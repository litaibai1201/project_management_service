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31500" showSpecialPlsOnTitleSld="0">
  <p:sldMasterIdLst>
    <p:sldMasterId id="2147483648" r:id="rId1"/>
    <p:sldMasterId id="2147483651" r:id="rId2"/>
    <p:sldMasterId id="2147483654" r:id="rId3"/>
    <p:sldMasterId id="2147483664" r:id="rId4"/>
    <p:sldMasterId id="2147483665" r:id="rId5"/>
    <p:sldMasterId id="2147483669" r:id="rId6"/>
    <p:sldMasterId id="2147483673" r:id="rId7"/>
    <p:sldMasterId id="2147483674" r:id="rId8"/>
    <p:sldMasterId id="2147483681" r:id="rId9"/>
    <p:sldMasterId id="2147483685" r:id="rId10"/>
    <p:sldMasterId id="2147483689" r:id="rId11"/>
    <p:sldMasterId id="2147483690" r:id="rId12"/>
    <p:sldMasterId id="2147483691" r:id="rId13"/>
    <p:sldMasterId id="2147483694" r:id="rId14"/>
    <p:sldMasterId id="2147483698" r:id="rId15"/>
    <p:sldMasterId id="2147483700" r:id="rId16"/>
    <p:sldMasterId id="2147483706" r:id="rId17"/>
    <p:sldMasterId id="2147483707" r:id="rId18"/>
    <p:sldMasterId id="2147483708" r:id="rId19"/>
    <p:sldMasterId id="2147483711" r:id="rId20"/>
    <p:sldMasterId id="2147483717" r:id="rId21"/>
    <p:sldMasterId id="2147483718" r:id="rId22"/>
    <p:sldMasterId id="2147483721" r:id="rId23"/>
    <p:sldMasterId id="2147483738" r:id="rId24"/>
    <p:sldMasterId id="2147483755" r:id="rId25"/>
    <p:sldMasterId id="2147483756" r:id="rId26"/>
    <p:sldMasterId id="2147483757" r:id="rId27"/>
    <p:sldMasterId id="2147483775" r:id="rId28"/>
    <p:sldMasterId id="2147483782" r:id="rId29"/>
    <p:sldMasterId id="2147483783" r:id="rId30"/>
    <p:sldMasterId id="2147483790" r:id="rId31"/>
    <p:sldMasterId id="2147483793" r:id="rId32"/>
    <p:sldMasterId id="2147483798" r:id="rId33"/>
    <p:sldMasterId id="2147483804" r:id="rId34"/>
    <p:sldMasterId id="2147483808" r:id="rId35"/>
    <p:sldMasterId id="2147483810" r:id="rId36"/>
    <p:sldMasterId id="2147483814" r:id="rId37"/>
  </p:sldMasterIdLst>
  <p:notesMasterIdLst>
    <p:notesMasterId r:id="rId39"/>
  </p:notesMasterIdLst>
  <p:sldIdLst/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00"/>
    <a:srgbClr val="33CCFF"/>
    <a:srgbClr val="A8A8A7"/>
    <a:srgbClr val="C00000"/>
    <a:srgbClr val="FFC000"/>
    <a:srgbClr val="203864"/>
    <a:srgbClr val="FFCCCC"/>
    <a:srgbClr val="2E75B6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26" autoAdjust="0"/>
    <p:restoredTop sz="93426" autoAdjust="0"/>
  </p:normalViewPr>
  <p:slideViewPr>
    <p:cSldViewPr showGuides="1">
      <p:cViewPr varScale="1">
        <p:scale>
          <a:sx n="149" d="100"/>
          <a:sy n="149" d="100"/>
        </p:scale>
        <p:origin x="846" y="12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6" d="100"/>
        <a:sy n="156" d="100"/>
      </p:scale>
      <p:origin x="0" y="-21276"/>
    </p:cViewPr>
  </p:sorter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Master" Target="slideMasters/slideMaster19.xml"/><Relationship Id="rId20" Type="http://schemas.openxmlformats.org/officeDocument/2006/relationships/slideMaster" Target="slideMasters/slideMaster20.xml"/><Relationship Id="rId21" Type="http://schemas.openxmlformats.org/officeDocument/2006/relationships/slideMaster" Target="slideMasters/slideMaster21.xml"/><Relationship Id="rId22" Type="http://schemas.openxmlformats.org/officeDocument/2006/relationships/slideMaster" Target="slideMasters/slideMaster22.xml"/><Relationship Id="rId23" Type="http://schemas.openxmlformats.org/officeDocument/2006/relationships/slideMaster" Target="slideMasters/slideMaster23.xml"/><Relationship Id="rId24" Type="http://schemas.openxmlformats.org/officeDocument/2006/relationships/slideMaster" Target="slideMasters/slideMaster24.xml"/><Relationship Id="rId25" Type="http://schemas.openxmlformats.org/officeDocument/2006/relationships/slideMaster" Target="slideMasters/slideMaster25.xml"/><Relationship Id="rId26" Type="http://schemas.openxmlformats.org/officeDocument/2006/relationships/slideMaster" Target="slideMasters/slideMaster26.xml"/><Relationship Id="rId27" Type="http://schemas.openxmlformats.org/officeDocument/2006/relationships/slideMaster" Target="slideMasters/slideMaster27.xml"/><Relationship Id="rId28" Type="http://schemas.openxmlformats.org/officeDocument/2006/relationships/slideMaster" Target="slideMasters/slideMaster28.xml"/><Relationship Id="rId29" Type="http://schemas.openxmlformats.org/officeDocument/2006/relationships/slideMaster" Target="slideMasters/slideMaster29.xml"/><Relationship Id="rId30" Type="http://schemas.openxmlformats.org/officeDocument/2006/relationships/slideMaster" Target="slideMasters/slideMaster30.xml"/><Relationship Id="rId31" Type="http://schemas.openxmlformats.org/officeDocument/2006/relationships/slideMaster" Target="slideMasters/slideMaster31.xml"/><Relationship Id="rId32" Type="http://schemas.openxmlformats.org/officeDocument/2006/relationships/slideMaster" Target="slideMasters/slideMaster32.xml"/><Relationship Id="rId33" Type="http://schemas.openxmlformats.org/officeDocument/2006/relationships/slideMaster" Target="slideMasters/slideMaster33.xml"/><Relationship Id="rId34" Type="http://schemas.openxmlformats.org/officeDocument/2006/relationships/slideMaster" Target="slideMasters/slideMaster34.xml"/><Relationship Id="rId35" Type="http://schemas.openxmlformats.org/officeDocument/2006/relationships/slideMaster" Target="slideMasters/slideMaster35.xml"/><Relationship Id="rId36" Type="http://schemas.openxmlformats.org/officeDocument/2006/relationships/slideMaster" Target="slideMasters/slideMaster36.xml"/><Relationship Id="rId37" Type="http://schemas.openxmlformats.org/officeDocument/2006/relationships/slideMaster" Target="slideMasters/slideMaster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8EEEB1-5D90-43AE-8160-E573A3A9729F}" type="datetimeFigureOut">
              <a:rPr lang="zh-TW" altLang="en-US" smtClean="0"/>
              <a:t>2026/4/15</a:t>
            </a:fld>
            <a:endParaRPr lang="zh-TW" altLang="en-US" dirty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F28CA8-F810-4745-A1A1-DCD0712CB623}" type="slidenum">
              <a:rPr lang="zh-TW" altLang="en-US" smtClean="0"/>
              <a:t>‹#›</a:t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Relationship Id="rId3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Relationship Id="rId3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7.jpeg"/><Relationship Id="rId3" Type="http://schemas.openxmlformats.org/officeDocument/2006/relationships/image" Target="../media/image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7.jpeg"/><Relationship Id="rId3" Type="http://schemas.openxmlformats.org/officeDocument/2006/relationships/image" Target="../media/image8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7.jpeg"/><Relationship Id="rId3" Type="http://schemas.openxmlformats.org/officeDocument/2006/relationships/image" Target="../media/image8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7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17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17.pn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Relationship Id="rId2" Type="http://schemas.openxmlformats.org/officeDocument/2006/relationships/image" Target="../media/image18.jpeg"/><Relationship Id="rId3" Type="http://schemas.openxmlformats.org/officeDocument/2006/relationships/image" Target="../media/image19.png"/><Relationship Id="rId4" Type="http://schemas.openxmlformats.org/officeDocument/2006/relationships/image" Target="../media/image20.tiff"/><Relationship Id="rId5" Type="http://schemas.openxmlformats.org/officeDocument/2006/relationships/image" Target="../media/image21.png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Relationship Id="rId2" Type="http://schemas.openxmlformats.org/officeDocument/2006/relationships/image" Target="../media/image22.jpeg"/><Relationship Id="rId3" Type="http://schemas.openxmlformats.org/officeDocument/2006/relationships/image" Target="../media/image20.tiff"/><Relationship Id="rId4" Type="http://schemas.openxmlformats.org/officeDocument/2006/relationships/image" Target="../media/image21.png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Relationship Id="rId2" Type="http://schemas.openxmlformats.org/officeDocument/2006/relationships/image" Target="../media/image23.jpeg"/><Relationship Id="rId3" Type="http://schemas.openxmlformats.org/officeDocument/2006/relationships/image" Target="../media/image20.tiff"/><Relationship Id="rId4" Type="http://schemas.openxmlformats.org/officeDocument/2006/relationships/image" Target="../media/image21.png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Relationship Id="rId2" Type="http://schemas.openxmlformats.org/officeDocument/2006/relationships/image" Target="../media/image23.jpeg"/><Relationship Id="rId3" Type="http://schemas.openxmlformats.org/officeDocument/2006/relationships/image" Target="../media/image20.tiff"/><Relationship Id="rId4" Type="http://schemas.openxmlformats.org/officeDocument/2006/relationships/image" Target="../media/image21.png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Relationship Id="rId2" Type="http://schemas.openxmlformats.org/officeDocument/2006/relationships/image" Target="../media/image20.tiff"/><Relationship Id="rId3" Type="http://schemas.openxmlformats.org/officeDocument/2006/relationships/image" Target="../media/image21.png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29" y="1122489"/>
            <a:ext cx="9143500" cy="2387825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TW" altLang="en-US" dirty="0"/>
              <a:t>按一下以編輯母片標題樣式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29" y="3602397"/>
            <a:ext cx="9143500" cy="1655919"/>
          </a:xfrm>
        </p:spPr>
        <p:txBody>
          <a:bodyPr/>
          <a:lstStyle>
            <a:lvl1pPr marL="0" indent="0" algn="ctr">
              <a:buNone/>
              <a:defRPr sz="2100"/>
            </a:lvl1pPr>
            <a:lvl2pPr marL="408305" indent="0" algn="ctr">
              <a:buNone/>
              <a:defRPr sz="1800"/>
            </a:lvl2pPr>
            <a:lvl3pPr marL="816610" indent="0" algn="ctr">
              <a:buNone/>
              <a:defRPr sz="1600"/>
            </a:lvl3pPr>
            <a:lvl4pPr marL="1224915" indent="0" algn="ctr">
              <a:buNone/>
              <a:defRPr sz="1400"/>
            </a:lvl4pPr>
            <a:lvl5pPr marL="1632585" indent="0" algn="ctr">
              <a:buNone/>
              <a:defRPr sz="1400"/>
            </a:lvl5pPr>
            <a:lvl6pPr marL="2040890" indent="0" algn="ctr">
              <a:buNone/>
              <a:defRPr sz="1400"/>
            </a:lvl6pPr>
            <a:lvl7pPr marL="2449195" indent="0" algn="ctr">
              <a:buNone/>
              <a:defRPr sz="1400"/>
            </a:lvl7pPr>
            <a:lvl8pPr marL="2857500" indent="0" algn="ctr">
              <a:buNone/>
              <a:defRPr sz="1400"/>
            </a:lvl8pPr>
            <a:lvl9pPr marL="3265805" indent="0" algn="ctr">
              <a:buNone/>
              <a:defRPr sz="1400"/>
            </a:lvl9pPr>
          </a:lstStyle>
          <a:p>
            <a:r>
              <a:rPr lang="zh-TW" altLang="en-US"/>
              <a:t>按一下以編輯母片副標題樣式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449580" indent="-355600">
              <a:buFont typeface="Wingdings" panose="05000000000000000000" pitchFamily="2" charset="2"/>
              <a:buChar char="l"/>
              <a:defRPr/>
            </a:lvl1pPr>
            <a:lvl2pPr marL="627380" indent="-219075">
              <a:buFont typeface="+mj-lt"/>
              <a:buAutoNum type="arabicPeriod"/>
              <a:defRPr/>
            </a:lvl2pPr>
            <a:lvl3pPr marL="1021080" indent="-20447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29" y="1122489"/>
            <a:ext cx="9143500" cy="2387825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TW" altLang="en-US" dirty="0"/>
              <a:t>按一下以編輯母片標題樣式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29" y="3602397"/>
            <a:ext cx="9143500" cy="1655919"/>
          </a:xfrm>
        </p:spPr>
        <p:txBody>
          <a:bodyPr/>
          <a:lstStyle>
            <a:lvl1pPr marL="0" indent="0" algn="ctr">
              <a:buNone/>
              <a:defRPr sz="2100"/>
            </a:lvl1pPr>
            <a:lvl2pPr marL="408305" indent="0" algn="ctr">
              <a:buNone/>
              <a:defRPr sz="1800"/>
            </a:lvl2pPr>
            <a:lvl3pPr marL="816610" indent="0" algn="ctr">
              <a:buNone/>
              <a:defRPr sz="1600"/>
            </a:lvl3pPr>
            <a:lvl4pPr marL="1224915" indent="0" algn="ctr">
              <a:buNone/>
              <a:defRPr sz="1400"/>
            </a:lvl4pPr>
            <a:lvl5pPr marL="1632585" indent="0" algn="ctr">
              <a:buNone/>
              <a:defRPr sz="1400"/>
            </a:lvl5pPr>
            <a:lvl6pPr marL="2040890" indent="0" algn="ctr">
              <a:buNone/>
              <a:defRPr sz="1400"/>
            </a:lvl6pPr>
            <a:lvl7pPr marL="2449195" indent="0" algn="ctr">
              <a:buNone/>
              <a:defRPr sz="1400"/>
            </a:lvl7pPr>
            <a:lvl8pPr marL="2857500" indent="0" algn="ctr">
              <a:buNone/>
              <a:defRPr sz="1400"/>
            </a:lvl8pPr>
            <a:lvl9pPr marL="3265805" indent="0" algn="ctr">
              <a:buNone/>
              <a:defRPr sz="1400"/>
            </a:lvl9pPr>
          </a:lstStyle>
          <a:p>
            <a:r>
              <a:rPr lang="zh-TW" altLang="en-US"/>
              <a:t>按一下以編輯母片副標題樣式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449580" indent="-355600">
              <a:buFont typeface="Wingdings" panose="05000000000000000000" pitchFamily="2" charset="2"/>
              <a:buChar char="l"/>
              <a:defRPr/>
            </a:lvl1pPr>
            <a:lvl2pPr marL="627380" indent="-219075">
              <a:buFont typeface="+mj-lt"/>
              <a:buAutoNum type="arabicPeriod"/>
              <a:defRPr/>
            </a:lvl2pPr>
            <a:lvl3pPr marL="1021080" indent="-20447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-26601" y="1508808"/>
            <a:ext cx="12218608" cy="2688297"/>
          </a:xfrm>
          <a:prstGeom prst="rect">
            <a:avLst/>
          </a:prstGeom>
        </p:spPr>
        <p:txBody>
          <a:bodyPr/>
          <a:lstStyle>
            <a:lvl1pPr algn="ctr">
              <a:defRPr sz="59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64086" y="4364699"/>
            <a:ext cx="436321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543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6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0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4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17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07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3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472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165600" y="6356368"/>
            <a:ext cx="3860800" cy="36406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980807" y="6356368"/>
            <a:ext cx="2844800" cy="36406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9A940CF-9302-4BC3-A11B-91F572D2BDE2}" type="slidenum">
              <a:rPr lang="zh-TW" altLang="en-US" smtClean="0"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165600" y="6356368"/>
            <a:ext cx="3860800" cy="36406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24"/>
            <a:ext cx="10363200" cy="1362075"/>
          </a:xfrm>
        </p:spPr>
        <p:txBody>
          <a:bodyPr anchor="t"/>
          <a:lstStyle>
            <a:lvl1pPr algn="l">
              <a:defRPr sz="48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435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8648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63068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17424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71716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26072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80365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34721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165600" y="6356368"/>
            <a:ext cx="3860800" cy="36406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239989" y="932723"/>
            <a:ext cx="5760000" cy="5280000"/>
          </a:xfrm>
        </p:spPr>
        <p:txBody>
          <a:bodyPr/>
          <a:lstStyle>
            <a:lvl1pPr>
              <a:defRPr sz="3300"/>
            </a:lvl1pPr>
            <a:lvl2pPr>
              <a:defRPr sz="28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2011" y="932723"/>
            <a:ext cx="5760000" cy="5280000"/>
          </a:xfrm>
        </p:spPr>
        <p:txBody>
          <a:bodyPr/>
          <a:lstStyle>
            <a:lvl1pPr>
              <a:defRPr sz="3300"/>
            </a:lvl1pPr>
            <a:lvl2pPr>
              <a:defRPr sz="28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165600" y="6356368"/>
            <a:ext cx="3860800" cy="36406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496000" y="15"/>
            <a:ext cx="9697078" cy="6575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165600" y="6356368"/>
            <a:ext cx="3860800" cy="36406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165600" y="6356368"/>
            <a:ext cx="3860800" cy="36406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5374" y="740721"/>
            <a:ext cx="4285337" cy="694401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740701"/>
            <a:ext cx="7089906" cy="5385461"/>
          </a:xfrm>
        </p:spPr>
        <p:txBody>
          <a:bodyPr/>
          <a:lstStyle>
            <a:lvl1pPr>
              <a:defRPr sz="3900"/>
            </a:lvl1pPr>
            <a:lvl2pPr>
              <a:defRPr sz="33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35374" y="1435104"/>
            <a:ext cx="4285337" cy="4691063"/>
          </a:xfrm>
        </p:spPr>
        <p:txBody>
          <a:bodyPr/>
          <a:lstStyle>
            <a:lvl1pPr marL="0" indent="0">
              <a:buNone/>
              <a:defRPr sz="1700"/>
            </a:lvl1pPr>
            <a:lvl2pPr marL="543560" indent="0">
              <a:buNone/>
              <a:defRPr sz="1500"/>
            </a:lvl2pPr>
            <a:lvl3pPr marL="1086485" indent="0">
              <a:buNone/>
              <a:defRPr sz="1200"/>
            </a:lvl3pPr>
            <a:lvl4pPr marL="1630680" indent="0">
              <a:buNone/>
              <a:defRPr sz="1100"/>
            </a:lvl4pPr>
            <a:lvl5pPr marL="2174240" indent="0">
              <a:buNone/>
              <a:defRPr sz="1100"/>
            </a:lvl5pPr>
            <a:lvl6pPr marL="2717165" indent="0">
              <a:buNone/>
              <a:defRPr sz="1100"/>
            </a:lvl6pPr>
            <a:lvl7pPr marL="3260725" indent="0">
              <a:buNone/>
              <a:defRPr sz="1100"/>
            </a:lvl7pPr>
            <a:lvl8pPr marL="3803650" indent="0">
              <a:buNone/>
              <a:defRPr sz="1100"/>
            </a:lvl8pPr>
            <a:lvl9pPr marL="4347210" indent="0">
              <a:buNone/>
              <a:defRPr sz="11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165600" y="6356368"/>
            <a:ext cx="3860800" cy="36406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19409" y="4800616"/>
            <a:ext cx="10753195" cy="566739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719409" y="740721"/>
            <a:ext cx="10753195" cy="3986873"/>
          </a:xfrm>
        </p:spPr>
        <p:txBody>
          <a:bodyPr rtlCol="0">
            <a:normAutofit/>
          </a:bodyPr>
          <a:lstStyle>
            <a:lvl1pPr marL="0" indent="0">
              <a:buNone/>
              <a:defRPr sz="3900"/>
            </a:lvl1pPr>
            <a:lvl2pPr marL="543560" indent="0">
              <a:buNone/>
              <a:defRPr sz="3300"/>
            </a:lvl2pPr>
            <a:lvl3pPr marL="1086485" indent="0">
              <a:buNone/>
              <a:defRPr sz="2800"/>
            </a:lvl3pPr>
            <a:lvl4pPr marL="1630680" indent="0">
              <a:buNone/>
              <a:defRPr sz="2400"/>
            </a:lvl4pPr>
            <a:lvl5pPr marL="2174240" indent="0">
              <a:buNone/>
              <a:defRPr sz="2400"/>
            </a:lvl5pPr>
            <a:lvl6pPr marL="2717165" indent="0">
              <a:buNone/>
              <a:defRPr sz="2400"/>
            </a:lvl6pPr>
            <a:lvl7pPr marL="3260725" indent="0">
              <a:buNone/>
              <a:defRPr sz="2400"/>
            </a:lvl7pPr>
            <a:lvl8pPr marL="3803650" indent="0">
              <a:buNone/>
              <a:defRPr sz="2400"/>
            </a:lvl8pPr>
            <a:lvl9pPr marL="4347210" indent="0">
              <a:buNone/>
              <a:defRPr sz="2400"/>
            </a:lvl9pPr>
          </a:lstStyle>
          <a:p>
            <a:pPr lvl="0"/>
            <a:r>
              <a:rPr lang="zh-TW" altLang="en-US" noProof="0" dirty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719409" y="5367361"/>
            <a:ext cx="10753195" cy="804863"/>
          </a:xfrm>
        </p:spPr>
        <p:txBody>
          <a:bodyPr/>
          <a:lstStyle>
            <a:lvl1pPr marL="0" indent="0">
              <a:buNone/>
              <a:defRPr sz="1700"/>
            </a:lvl1pPr>
            <a:lvl2pPr marL="543560" indent="0">
              <a:buNone/>
              <a:defRPr sz="1500"/>
            </a:lvl2pPr>
            <a:lvl3pPr marL="1086485" indent="0">
              <a:buNone/>
              <a:defRPr sz="1200"/>
            </a:lvl3pPr>
            <a:lvl4pPr marL="1630680" indent="0">
              <a:buNone/>
              <a:defRPr sz="1100"/>
            </a:lvl4pPr>
            <a:lvl5pPr marL="2174240" indent="0">
              <a:buNone/>
              <a:defRPr sz="1100"/>
            </a:lvl5pPr>
            <a:lvl6pPr marL="2717165" indent="0">
              <a:buNone/>
              <a:defRPr sz="1100"/>
            </a:lvl6pPr>
            <a:lvl7pPr marL="3260725" indent="0">
              <a:buNone/>
              <a:defRPr sz="1100"/>
            </a:lvl7pPr>
            <a:lvl8pPr marL="3803650" indent="0">
              <a:buNone/>
              <a:defRPr sz="1100"/>
            </a:lvl8pPr>
            <a:lvl9pPr marL="4347210" indent="0">
              <a:buNone/>
              <a:defRPr sz="11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29" y="1122489"/>
            <a:ext cx="9143500" cy="2387825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TW" altLang="en-US" dirty="0"/>
              <a:t>按一下以編輯母片標題樣式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29" y="3602397"/>
            <a:ext cx="9143500" cy="1655919"/>
          </a:xfrm>
        </p:spPr>
        <p:txBody>
          <a:bodyPr/>
          <a:lstStyle>
            <a:lvl1pPr marL="0" indent="0" algn="ctr">
              <a:buNone/>
              <a:defRPr sz="2100"/>
            </a:lvl1pPr>
            <a:lvl2pPr marL="408305" indent="0" algn="ctr">
              <a:buNone/>
              <a:defRPr sz="1800"/>
            </a:lvl2pPr>
            <a:lvl3pPr marL="816610" indent="0" algn="ctr">
              <a:buNone/>
              <a:defRPr sz="1600"/>
            </a:lvl3pPr>
            <a:lvl4pPr marL="1224915" indent="0" algn="ctr">
              <a:buNone/>
              <a:defRPr sz="1400"/>
            </a:lvl4pPr>
            <a:lvl5pPr marL="1632585" indent="0" algn="ctr">
              <a:buNone/>
              <a:defRPr sz="1400"/>
            </a:lvl5pPr>
            <a:lvl6pPr marL="2040890" indent="0" algn="ctr">
              <a:buNone/>
              <a:defRPr sz="1400"/>
            </a:lvl6pPr>
            <a:lvl7pPr marL="2449195" indent="0" algn="ctr">
              <a:buNone/>
              <a:defRPr sz="1400"/>
            </a:lvl7pPr>
            <a:lvl8pPr marL="2857500" indent="0" algn="ctr">
              <a:buNone/>
              <a:defRPr sz="1400"/>
            </a:lvl8pPr>
            <a:lvl9pPr marL="3265805" indent="0" algn="ctr">
              <a:buNone/>
              <a:defRPr sz="1400"/>
            </a:lvl9pPr>
          </a:lstStyle>
          <a:p>
            <a:r>
              <a:rPr lang="zh-TW" altLang="en-US"/>
              <a:t>按一下以編輯母片副標題樣式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449580" indent="-355600">
              <a:buFont typeface="Wingdings" panose="05000000000000000000" pitchFamily="2" charset="2"/>
              <a:buChar char="l"/>
              <a:defRPr/>
            </a:lvl1pPr>
            <a:lvl2pPr marL="627380" indent="-219075">
              <a:buFont typeface="+mj-lt"/>
              <a:buAutoNum type="arabicPeriod"/>
              <a:defRPr/>
            </a:lvl2pPr>
            <a:lvl3pPr marL="1021080" indent="-20447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000" contrast="-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39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101600" y="86795"/>
            <a:ext cx="2133600" cy="413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29" y="1122489"/>
            <a:ext cx="9143500" cy="2387825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TW" altLang="en-US" dirty="0"/>
              <a:t>按一下以編輯母片標題樣式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29" y="3602397"/>
            <a:ext cx="9143500" cy="1655919"/>
          </a:xfrm>
        </p:spPr>
        <p:txBody>
          <a:bodyPr/>
          <a:lstStyle>
            <a:lvl1pPr marL="0" indent="0" algn="ctr">
              <a:buNone/>
              <a:defRPr sz="2100"/>
            </a:lvl1pPr>
            <a:lvl2pPr marL="408305" indent="0" algn="ctr">
              <a:buNone/>
              <a:defRPr sz="1800"/>
            </a:lvl2pPr>
            <a:lvl3pPr marL="816610" indent="0" algn="ctr">
              <a:buNone/>
              <a:defRPr sz="1600"/>
            </a:lvl3pPr>
            <a:lvl4pPr marL="1224915" indent="0" algn="ctr">
              <a:buNone/>
              <a:defRPr sz="1400"/>
            </a:lvl4pPr>
            <a:lvl5pPr marL="1632585" indent="0" algn="ctr">
              <a:buNone/>
              <a:defRPr sz="1400"/>
            </a:lvl5pPr>
            <a:lvl6pPr marL="2040890" indent="0" algn="ctr">
              <a:buNone/>
              <a:defRPr sz="1400"/>
            </a:lvl6pPr>
            <a:lvl7pPr marL="2449195" indent="0" algn="ctr">
              <a:buNone/>
              <a:defRPr sz="1400"/>
            </a:lvl7pPr>
            <a:lvl8pPr marL="2857500" indent="0" algn="ctr">
              <a:buNone/>
              <a:defRPr sz="1400"/>
            </a:lvl8pPr>
            <a:lvl9pPr marL="3265805" indent="0" algn="ctr">
              <a:buNone/>
              <a:defRPr sz="1400"/>
            </a:lvl9pPr>
          </a:lstStyle>
          <a:p>
            <a:r>
              <a:rPr lang="zh-TW" altLang="en-US"/>
              <a:t>按一下以編輯母片副標題樣式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449580" indent="-355600">
              <a:buFont typeface="Wingdings" panose="05000000000000000000" pitchFamily="2" charset="2"/>
              <a:buChar char="l"/>
              <a:defRPr/>
            </a:lvl1pPr>
            <a:lvl2pPr marL="627380" indent="-219075">
              <a:buFont typeface="+mj-lt"/>
              <a:buAutoNum type="arabicPeriod"/>
              <a:defRPr/>
            </a:lvl2pPr>
            <a:lvl3pPr marL="1021080" indent="-20447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000" contrast="-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39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101600" y="86795"/>
            <a:ext cx="2133600" cy="413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矩形 82"/>
          <p:cNvSpPr/>
          <p:nvPr userDrawn="1"/>
        </p:nvSpPr>
        <p:spPr>
          <a:xfrm>
            <a:off x="0" y="16"/>
            <a:ext cx="12192000" cy="5497136"/>
          </a:xfrm>
          <a:prstGeom prst="rect">
            <a:avLst/>
          </a:prstGeom>
          <a:gradFill>
            <a:gsLst>
              <a:gs pos="0">
                <a:schemeClr val="accent2">
                  <a:lumMod val="25000"/>
                  <a:lumOff val="75000"/>
                </a:schemeClr>
              </a:gs>
              <a:gs pos="71000">
                <a:schemeClr val="accent2">
                  <a:lumMod val="75000"/>
                  <a:lumOff val="25000"/>
                </a:schemeClr>
              </a:gs>
              <a:gs pos="100000">
                <a:schemeClr val="accent2">
                  <a:lumMod val="90000"/>
                  <a:lumOff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82" name="圖片 81" descr="style3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667222" y="1431983"/>
            <a:ext cx="5524781" cy="4071668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" y="5422423"/>
            <a:ext cx="12191999" cy="14351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="1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515356" y="2780009"/>
            <a:ext cx="5684167" cy="101562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grpSp>
        <p:nvGrpSpPr>
          <p:cNvPr id="9" name="组合 251"/>
          <p:cNvGrpSpPr/>
          <p:nvPr userDrawn="1"/>
        </p:nvGrpSpPr>
        <p:grpSpPr>
          <a:xfrm>
            <a:off x="2047336" y="4035387"/>
            <a:ext cx="4543245" cy="1892923"/>
            <a:chOff x="4656138" y="2437995"/>
            <a:chExt cx="6846887" cy="3803634"/>
          </a:xfrm>
        </p:grpSpPr>
        <p:sp>
          <p:nvSpPr>
            <p:cNvPr id="10" name="椭圆 195"/>
            <p:cNvSpPr/>
            <p:nvPr userDrawn="1"/>
          </p:nvSpPr>
          <p:spPr>
            <a:xfrm>
              <a:off x="9791994" y="5509651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1" name="椭圆 194"/>
            <p:cNvSpPr/>
            <p:nvPr userDrawn="1"/>
          </p:nvSpPr>
          <p:spPr>
            <a:xfrm>
              <a:off x="8951536" y="5923755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2" name="椭圆 191"/>
            <p:cNvSpPr/>
            <p:nvPr userDrawn="1"/>
          </p:nvSpPr>
          <p:spPr>
            <a:xfrm>
              <a:off x="7681196" y="5266157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3" name="椭圆 4098"/>
            <p:cNvSpPr/>
            <p:nvPr userDrawn="1"/>
          </p:nvSpPr>
          <p:spPr>
            <a:xfrm>
              <a:off x="6269331" y="5704329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20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4" name="Freeform 5"/>
            <p:cNvSpPr/>
            <p:nvPr userDrawn="1"/>
          </p:nvSpPr>
          <p:spPr bwMode="auto">
            <a:xfrm>
              <a:off x="4656138" y="4818063"/>
              <a:ext cx="6846887" cy="1335087"/>
            </a:xfrm>
            <a:custGeom>
              <a:avLst/>
              <a:gdLst>
                <a:gd name="T0" fmla="*/ 2059 w 2076"/>
                <a:gd name="T1" fmla="*/ 0 h 404"/>
                <a:gd name="T2" fmla="*/ 2053 w 2076"/>
                <a:gd name="T3" fmla="*/ 2 h 404"/>
                <a:gd name="T4" fmla="*/ 1420 w 2076"/>
                <a:gd name="T5" fmla="*/ 368 h 404"/>
                <a:gd name="T6" fmla="*/ 1388 w 2076"/>
                <a:gd name="T7" fmla="*/ 376 h 404"/>
                <a:gd name="T8" fmla="*/ 1357 w 2076"/>
                <a:gd name="T9" fmla="*/ 368 h 404"/>
                <a:gd name="T10" fmla="*/ 949 w 2076"/>
                <a:gd name="T11" fmla="*/ 132 h 404"/>
                <a:gd name="T12" fmla="*/ 903 w 2076"/>
                <a:gd name="T13" fmla="*/ 120 h 404"/>
                <a:gd name="T14" fmla="*/ 858 w 2076"/>
                <a:gd name="T15" fmla="*/ 132 h 404"/>
                <a:gd name="T16" fmla="*/ 521 w 2076"/>
                <a:gd name="T17" fmla="*/ 326 h 404"/>
                <a:gd name="T18" fmla="*/ 490 w 2076"/>
                <a:gd name="T19" fmla="*/ 335 h 404"/>
                <a:gd name="T20" fmla="*/ 459 w 2076"/>
                <a:gd name="T21" fmla="*/ 326 h 404"/>
                <a:gd name="T22" fmla="*/ 23 w 2076"/>
                <a:gd name="T23" fmla="*/ 75 h 404"/>
                <a:gd name="T24" fmla="*/ 16 w 2076"/>
                <a:gd name="T25" fmla="*/ 73 h 404"/>
                <a:gd name="T26" fmla="*/ 4 w 2076"/>
                <a:gd name="T27" fmla="*/ 80 h 404"/>
                <a:gd name="T28" fmla="*/ 9 w 2076"/>
                <a:gd name="T29" fmla="*/ 99 h 404"/>
                <a:gd name="T30" fmla="*/ 445 w 2076"/>
                <a:gd name="T31" fmla="*/ 351 h 404"/>
                <a:gd name="T32" fmla="*/ 490 w 2076"/>
                <a:gd name="T33" fmla="*/ 363 h 404"/>
                <a:gd name="T34" fmla="*/ 535 w 2076"/>
                <a:gd name="T35" fmla="*/ 351 h 404"/>
                <a:gd name="T36" fmla="*/ 872 w 2076"/>
                <a:gd name="T37" fmla="*/ 156 h 404"/>
                <a:gd name="T38" fmla="*/ 903 w 2076"/>
                <a:gd name="T39" fmla="*/ 148 h 404"/>
                <a:gd name="T40" fmla="*/ 935 w 2076"/>
                <a:gd name="T41" fmla="*/ 156 h 404"/>
                <a:gd name="T42" fmla="*/ 1343 w 2076"/>
                <a:gd name="T43" fmla="*/ 392 h 404"/>
                <a:gd name="T44" fmla="*/ 1388 w 2076"/>
                <a:gd name="T45" fmla="*/ 404 h 404"/>
                <a:gd name="T46" fmla="*/ 1434 w 2076"/>
                <a:gd name="T47" fmla="*/ 392 h 404"/>
                <a:gd name="T48" fmla="*/ 2067 w 2076"/>
                <a:gd name="T49" fmla="*/ 26 h 404"/>
                <a:gd name="T50" fmla="*/ 2072 w 2076"/>
                <a:gd name="T51" fmla="*/ 7 h 404"/>
                <a:gd name="T52" fmla="*/ 2059 w 2076"/>
                <a:gd name="T53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076" h="404">
                  <a:moveTo>
                    <a:pt x="2059" y="0"/>
                  </a:moveTo>
                  <a:cubicBezTo>
                    <a:pt x="2057" y="0"/>
                    <a:pt x="2055" y="1"/>
                    <a:pt x="2053" y="2"/>
                  </a:cubicBezTo>
                  <a:cubicBezTo>
                    <a:pt x="1420" y="368"/>
                    <a:pt x="1420" y="368"/>
                    <a:pt x="1420" y="368"/>
                  </a:cubicBezTo>
                  <a:cubicBezTo>
                    <a:pt x="1410" y="373"/>
                    <a:pt x="1399" y="376"/>
                    <a:pt x="1388" y="376"/>
                  </a:cubicBezTo>
                  <a:cubicBezTo>
                    <a:pt x="1378" y="376"/>
                    <a:pt x="1367" y="373"/>
                    <a:pt x="1357" y="368"/>
                  </a:cubicBezTo>
                  <a:cubicBezTo>
                    <a:pt x="949" y="132"/>
                    <a:pt x="949" y="132"/>
                    <a:pt x="949" y="132"/>
                  </a:cubicBezTo>
                  <a:cubicBezTo>
                    <a:pt x="935" y="124"/>
                    <a:pt x="919" y="120"/>
                    <a:pt x="903" y="120"/>
                  </a:cubicBezTo>
                  <a:cubicBezTo>
                    <a:pt x="888" y="120"/>
                    <a:pt x="872" y="124"/>
                    <a:pt x="858" y="132"/>
                  </a:cubicBezTo>
                  <a:cubicBezTo>
                    <a:pt x="521" y="326"/>
                    <a:pt x="521" y="326"/>
                    <a:pt x="521" y="326"/>
                  </a:cubicBezTo>
                  <a:cubicBezTo>
                    <a:pt x="511" y="332"/>
                    <a:pt x="501" y="335"/>
                    <a:pt x="490" y="335"/>
                  </a:cubicBezTo>
                  <a:cubicBezTo>
                    <a:pt x="479" y="335"/>
                    <a:pt x="468" y="332"/>
                    <a:pt x="459" y="326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1" y="74"/>
                    <a:pt x="19" y="73"/>
                    <a:pt x="16" y="73"/>
                  </a:cubicBezTo>
                  <a:cubicBezTo>
                    <a:pt x="11" y="73"/>
                    <a:pt x="7" y="76"/>
                    <a:pt x="4" y="80"/>
                  </a:cubicBezTo>
                  <a:cubicBezTo>
                    <a:pt x="0" y="87"/>
                    <a:pt x="3" y="95"/>
                    <a:pt x="9" y="99"/>
                  </a:cubicBezTo>
                  <a:cubicBezTo>
                    <a:pt x="445" y="351"/>
                    <a:pt x="445" y="351"/>
                    <a:pt x="445" y="351"/>
                  </a:cubicBezTo>
                  <a:cubicBezTo>
                    <a:pt x="459" y="359"/>
                    <a:pt x="474" y="363"/>
                    <a:pt x="490" y="363"/>
                  </a:cubicBezTo>
                  <a:cubicBezTo>
                    <a:pt x="506" y="363"/>
                    <a:pt x="521" y="359"/>
                    <a:pt x="535" y="351"/>
                  </a:cubicBezTo>
                  <a:cubicBezTo>
                    <a:pt x="872" y="156"/>
                    <a:pt x="872" y="156"/>
                    <a:pt x="872" y="156"/>
                  </a:cubicBezTo>
                  <a:cubicBezTo>
                    <a:pt x="882" y="150"/>
                    <a:pt x="893" y="148"/>
                    <a:pt x="903" y="148"/>
                  </a:cubicBezTo>
                  <a:cubicBezTo>
                    <a:pt x="914" y="148"/>
                    <a:pt x="925" y="150"/>
                    <a:pt x="935" y="156"/>
                  </a:cubicBezTo>
                  <a:cubicBezTo>
                    <a:pt x="1343" y="392"/>
                    <a:pt x="1343" y="392"/>
                    <a:pt x="1343" y="392"/>
                  </a:cubicBezTo>
                  <a:cubicBezTo>
                    <a:pt x="1357" y="400"/>
                    <a:pt x="1373" y="404"/>
                    <a:pt x="1388" y="404"/>
                  </a:cubicBezTo>
                  <a:cubicBezTo>
                    <a:pt x="1404" y="404"/>
                    <a:pt x="1420" y="400"/>
                    <a:pt x="1434" y="392"/>
                  </a:cubicBezTo>
                  <a:cubicBezTo>
                    <a:pt x="2067" y="26"/>
                    <a:pt x="2067" y="26"/>
                    <a:pt x="2067" y="26"/>
                  </a:cubicBezTo>
                  <a:cubicBezTo>
                    <a:pt x="2073" y="23"/>
                    <a:pt x="2076" y="14"/>
                    <a:pt x="2072" y="7"/>
                  </a:cubicBezTo>
                  <a:cubicBezTo>
                    <a:pt x="2069" y="3"/>
                    <a:pt x="2064" y="0"/>
                    <a:pt x="2059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50000"/>
                  </a:srgbClr>
                </a:gs>
                <a:gs pos="37000">
                  <a:srgbClr val="41E4DE">
                    <a:alpha val="50000"/>
                  </a:srgbClr>
                </a:gs>
                <a:gs pos="0">
                  <a:srgbClr val="19145F">
                    <a:alpha val="50000"/>
                  </a:srgbClr>
                </a:gs>
                <a:gs pos="100000">
                  <a:srgbClr val="19125E">
                    <a:alpha val="50000"/>
                  </a:srgbClr>
                </a:gs>
              </a:gsLst>
              <a:lin ang="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" name="Freeform 6"/>
            <p:cNvSpPr>
              <a:spLocks noEditPoints="1"/>
            </p:cNvSpPr>
            <p:nvPr userDrawn="1"/>
          </p:nvSpPr>
          <p:spPr bwMode="auto">
            <a:xfrm>
              <a:off x="7640638" y="3989388"/>
              <a:ext cx="3186112" cy="1830387"/>
            </a:xfrm>
            <a:custGeom>
              <a:avLst/>
              <a:gdLst>
                <a:gd name="T0" fmla="*/ 483 w 966"/>
                <a:gd name="T1" fmla="*/ 466 h 554"/>
                <a:gd name="T2" fmla="*/ 157 w 966"/>
                <a:gd name="T3" fmla="*/ 277 h 554"/>
                <a:gd name="T4" fmla="*/ 483 w 966"/>
                <a:gd name="T5" fmla="*/ 89 h 554"/>
                <a:gd name="T6" fmla="*/ 810 w 966"/>
                <a:gd name="T7" fmla="*/ 277 h 554"/>
                <a:gd name="T8" fmla="*/ 483 w 966"/>
                <a:gd name="T9" fmla="*/ 466 h 554"/>
                <a:gd name="T10" fmla="*/ 483 w 966"/>
                <a:gd name="T11" fmla="*/ 48 h 554"/>
                <a:gd name="T12" fmla="*/ 472 w 966"/>
                <a:gd name="T13" fmla="*/ 51 h 554"/>
                <a:gd name="T14" fmla="*/ 82 w 966"/>
                <a:gd name="T15" fmla="*/ 276 h 554"/>
                <a:gd name="T16" fmla="*/ 81 w 966"/>
                <a:gd name="T17" fmla="*/ 277 h 554"/>
                <a:gd name="T18" fmla="*/ 82 w 966"/>
                <a:gd name="T19" fmla="*/ 278 h 554"/>
                <a:gd name="T20" fmla="*/ 472 w 966"/>
                <a:gd name="T21" fmla="*/ 503 h 554"/>
                <a:gd name="T22" fmla="*/ 472 w 966"/>
                <a:gd name="T23" fmla="*/ 503 h 554"/>
                <a:gd name="T24" fmla="*/ 483 w 966"/>
                <a:gd name="T25" fmla="*/ 506 h 554"/>
                <a:gd name="T26" fmla="*/ 494 w 966"/>
                <a:gd name="T27" fmla="*/ 503 h 554"/>
                <a:gd name="T28" fmla="*/ 884 w 966"/>
                <a:gd name="T29" fmla="*/ 278 h 554"/>
                <a:gd name="T30" fmla="*/ 885 w 966"/>
                <a:gd name="T31" fmla="*/ 277 h 554"/>
                <a:gd name="T32" fmla="*/ 884 w 966"/>
                <a:gd name="T33" fmla="*/ 276 h 554"/>
                <a:gd name="T34" fmla="*/ 494 w 966"/>
                <a:gd name="T35" fmla="*/ 51 h 554"/>
                <a:gd name="T36" fmla="*/ 483 w 966"/>
                <a:gd name="T37" fmla="*/ 48 h 554"/>
                <a:gd name="T38" fmla="*/ 483 w 966"/>
                <a:gd name="T39" fmla="*/ 518 h 554"/>
                <a:gd name="T40" fmla="*/ 466 w 966"/>
                <a:gd name="T41" fmla="*/ 514 h 554"/>
                <a:gd name="T42" fmla="*/ 466 w 966"/>
                <a:gd name="T43" fmla="*/ 514 h 554"/>
                <a:gd name="T44" fmla="*/ 76 w 966"/>
                <a:gd name="T45" fmla="*/ 289 h 554"/>
                <a:gd name="T46" fmla="*/ 69 w 966"/>
                <a:gd name="T47" fmla="*/ 277 h 554"/>
                <a:gd name="T48" fmla="*/ 76 w 966"/>
                <a:gd name="T49" fmla="*/ 266 h 554"/>
                <a:gd name="T50" fmla="*/ 466 w 966"/>
                <a:gd name="T51" fmla="*/ 41 h 554"/>
                <a:gd name="T52" fmla="*/ 483 w 966"/>
                <a:gd name="T53" fmla="*/ 36 h 554"/>
                <a:gd name="T54" fmla="*/ 500 w 966"/>
                <a:gd name="T55" fmla="*/ 41 h 554"/>
                <a:gd name="T56" fmla="*/ 890 w 966"/>
                <a:gd name="T57" fmla="*/ 266 h 554"/>
                <a:gd name="T58" fmla="*/ 897 w 966"/>
                <a:gd name="T59" fmla="*/ 277 h 554"/>
                <a:gd name="T60" fmla="*/ 890 w 966"/>
                <a:gd name="T61" fmla="*/ 289 h 554"/>
                <a:gd name="T62" fmla="*/ 500 w 966"/>
                <a:gd name="T63" fmla="*/ 514 h 554"/>
                <a:gd name="T64" fmla="*/ 483 w 966"/>
                <a:gd name="T65" fmla="*/ 518 h 554"/>
                <a:gd name="T66" fmla="*/ 483 w 966"/>
                <a:gd name="T67" fmla="*/ 0 h 554"/>
                <a:gd name="T68" fmla="*/ 462 w 966"/>
                <a:gd name="T69" fmla="*/ 6 h 554"/>
                <a:gd name="T70" fmla="*/ 7 w 966"/>
                <a:gd name="T71" fmla="*/ 269 h 554"/>
                <a:gd name="T72" fmla="*/ 7 w 966"/>
                <a:gd name="T73" fmla="*/ 286 h 554"/>
                <a:gd name="T74" fmla="*/ 462 w 966"/>
                <a:gd name="T75" fmla="*/ 548 h 554"/>
                <a:gd name="T76" fmla="*/ 483 w 966"/>
                <a:gd name="T77" fmla="*/ 554 h 554"/>
                <a:gd name="T78" fmla="*/ 505 w 966"/>
                <a:gd name="T79" fmla="*/ 548 h 554"/>
                <a:gd name="T80" fmla="*/ 960 w 966"/>
                <a:gd name="T81" fmla="*/ 286 h 554"/>
                <a:gd name="T82" fmla="*/ 960 w 966"/>
                <a:gd name="T83" fmla="*/ 269 h 554"/>
                <a:gd name="T84" fmla="*/ 505 w 966"/>
                <a:gd name="T85" fmla="*/ 6 h 554"/>
                <a:gd name="T86" fmla="*/ 483 w 966"/>
                <a:gd name="T87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66" h="554">
                  <a:moveTo>
                    <a:pt x="483" y="466"/>
                  </a:moveTo>
                  <a:cubicBezTo>
                    <a:pt x="157" y="277"/>
                    <a:pt x="157" y="277"/>
                    <a:pt x="157" y="277"/>
                  </a:cubicBezTo>
                  <a:cubicBezTo>
                    <a:pt x="483" y="89"/>
                    <a:pt x="483" y="89"/>
                    <a:pt x="483" y="89"/>
                  </a:cubicBezTo>
                  <a:cubicBezTo>
                    <a:pt x="810" y="277"/>
                    <a:pt x="810" y="277"/>
                    <a:pt x="810" y="277"/>
                  </a:cubicBezTo>
                  <a:cubicBezTo>
                    <a:pt x="483" y="466"/>
                    <a:pt x="483" y="466"/>
                    <a:pt x="483" y="466"/>
                  </a:cubicBezTo>
                  <a:moveTo>
                    <a:pt x="483" y="48"/>
                  </a:moveTo>
                  <a:cubicBezTo>
                    <a:pt x="479" y="48"/>
                    <a:pt x="475" y="49"/>
                    <a:pt x="472" y="51"/>
                  </a:cubicBezTo>
                  <a:cubicBezTo>
                    <a:pt x="82" y="276"/>
                    <a:pt x="82" y="276"/>
                    <a:pt x="82" y="276"/>
                  </a:cubicBezTo>
                  <a:cubicBezTo>
                    <a:pt x="82" y="277"/>
                    <a:pt x="81" y="277"/>
                    <a:pt x="81" y="277"/>
                  </a:cubicBezTo>
                  <a:cubicBezTo>
                    <a:pt x="81" y="278"/>
                    <a:pt x="82" y="278"/>
                    <a:pt x="82" y="278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5" y="505"/>
                    <a:pt x="479" y="506"/>
                    <a:pt x="483" y="506"/>
                  </a:cubicBezTo>
                  <a:cubicBezTo>
                    <a:pt x="487" y="506"/>
                    <a:pt x="491" y="505"/>
                    <a:pt x="494" y="503"/>
                  </a:cubicBezTo>
                  <a:cubicBezTo>
                    <a:pt x="884" y="278"/>
                    <a:pt x="884" y="278"/>
                    <a:pt x="884" y="278"/>
                  </a:cubicBezTo>
                  <a:cubicBezTo>
                    <a:pt x="885" y="278"/>
                    <a:pt x="885" y="278"/>
                    <a:pt x="885" y="277"/>
                  </a:cubicBezTo>
                  <a:cubicBezTo>
                    <a:pt x="885" y="277"/>
                    <a:pt x="885" y="277"/>
                    <a:pt x="884" y="276"/>
                  </a:cubicBezTo>
                  <a:cubicBezTo>
                    <a:pt x="494" y="51"/>
                    <a:pt x="494" y="51"/>
                    <a:pt x="494" y="51"/>
                  </a:cubicBezTo>
                  <a:cubicBezTo>
                    <a:pt x="491" y="49"/>
                    <a:pt x="487" y="48"/>
                    <a:pt x="483" y="48"/>
                  </a:cubicBezTo>
                  <a:moveTo>
                    <a:pt x="483" y="518"/>
                  </a:moveTo>
                  <a:cubicBezTo>
                    <a:pt x="477" y="518"/>
                    <a:pt x="471" y="517"/>
                    <a:pt x="466" y="514"/>
                  </a:cubicBezTo>
                  <a:cubicBezTo>
                    <a:pt x="466" y="514"/>
                    <a:pt x="466" y="514"/>
                    <a:pt x="466" y="514"/>
                  </a:cubicBezTo>
                  <a:cubicBezTo>
                    <a:pt x="76" y="289"/>
                    <a:pt x="76" y="289"/>
                    <a:pt x="76" y="289"/>
                  </a:cubicBezTo>
                  <a:cubicBezTo>
                    <a:pt x="72" y="286"/>
                    <a:pt x="69" y="282"/>
                    <a:pt x="69" y="277"/>
                  </a:cubicBezTo>
                  <a:cubicBezTo>
                    <a:pt x="69" y="273"/>
                    <a:pt x="72" y="268"/>
                    <a:pt x="76" y="266"/>
                  </a:cubicBezTo>
                  <a:cubicBezTo>
                    <a:pt x="466" y="41"/>
                    <a:pt x="466" y="41"/>
                    <a:pt x="466" y="41"/>
                  </a:cubicBezTo>
                  <a:cubicBezTo>
                    <a:pt x="471" y="38"/>
                    <a:pt x="477" y="36"/>
                    <a:pt x="483" y="36"/>
                  </a:cubicBezTo>
                  <a:cubicBezTo>
                    <a:pt x="489" y="36"/>
                    <a:pt x="495" y="38"/>
                    <a:pt x="500" y="41"/>
                  </a:cubicBezTo>
                  <a:cubicBezTo>
                    <a:pt x="890" y="266"/>
                    <a:pt x="890" y="266"/>
                    <a:pt x="890" y="266"/>
                  </a:cubicBezTo>
                  <a:cubicBezTo>
                    <a:pt x="894" y="268"/>
                    <a:pt x="897" y="273"/>
                    <a:pt x="897" y="277"/>
                  </a:cubicBezTo>
                  <a:cubicBezTo>
                    <a:pt x="897" y="282"/>
                    <a:pt x="894" y="286"/>
                    <a:pt x="890" y="289"/>
                  </a:cubicBezTo>
                  <a:cubicBezTo>
                    <a:pt x="500" y="514"/>
                    <a:pt x="500" y="514"/>
                    <a:pt x="500" y="514"/>
                  </a:cubicBezTo>
                  <a:cubicBezTo>
                    <a:pt x="495" y="517"/>
                    <a:pt x="489" y="518"/>
                    <a:pt x="483" y="518"/>
                  </a:cubicBezTo>
                  <a:moveTo>
                    <a:pt x="483" y="0"/>
                  </a:moveTo>
                  <a:cubicBezTo>
                    <a:pt x="476" y="0"/>
                    <a:pt x="468" y="2"/>
                    <a:pt x="462" y="6"/>
                  </a:cubicBezTo>
                  <a:cubicBezTo>
                    <a:pt x="7" y="269"/>
                    <a:pt x="7" y="269"/>
                    <a:pt x="7" y="269"/>
                  </a:cubicBezTo>
                  <a:cubicBezTo>
                    <a:pt x="0" y="273"/>
                    <a:pt x="0" y="282"/>
                    <a:pt x="7" y="286"/>
                  </a:cubicBezTo>
                  <a:cubicBezTo>
                    <a:pt x="462" y="548"/>
                    <a:pt x="462" y="548"/>
                    <a:pt x="462" y="548"/>
                  </a:cubicBezTo>
                  <a:cubicBezTo>
                    <a:pt x="468" y="552"/>
                    <a:pt x="476" y="554"/>
                    <a:pt x="483" y="554"/>
                  </a:cubicBezTo>
                  <a:cubicBezTo>
                    <a:pt x="491" y="554"/>
                    <a:pt x="498" y="552"/>
                    <a:pt x="505" y="548"/>
                  </a:cubicBezTo>
                  <a:cubicBezTo>
                    <a:pt x="960" y="286"/>
                    <a:pt x="960" y="286"/>
                    <a:pt x="960" y="286"/>
                  </a:cubicBezTo>
                  <a:cubicBezTo>
                    <a:pt x="966" y="282"/>
                    <a:pt x="966" y="273"/>
                    <a:pt x="960" y="269"/>
                  </a:cubicBezTo>
                  <a:cubicBezTo>
                    <a:pt x="505" y="6"/>
                    <a:pt x="505" y="6"/>
                    <a:pt x="505" y="6"/>
                  </a:cubicBezTo>
                  <a:cubicBezTo>
                    <a:pt x="498" y="2"/>
                    <a:pt x="491" y="0"/>
                    <a:pt x="483" y="0"/>
                  </a:cubicBezTo>
                </a:path>
              </a:pathLst>
            </a:custGeom>
            <a:solidFill>
              <a:srgbClr val="5E57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" name="Freeform 7"/>
            <p:cNvSpPr>
              <a:spLocks noEditPoints="1"/>
            </p:cNvSpPr>
            <p:nvPr userDrawn="1"/>
          </p:nvSpPr>
          <p:spPr bwMode="auto">
            <a:xfrm>
              <a:off x="7869238" y="4108450"/>
              <a:ext cx="2730500" cy="1592262"/>
            </a:xfrm>
            <a:custGeom>
              <a:avLst/>
              <a:gdLst>
                <a:gd name="T0" fmla="*/ 403 w 828"/>
                <a:gd name="T1" fmla="*/ 467 h 482"/>
                <a:gd name="T2" fmla="*/ 13 w 828"/>
                <a:gd name="T3" fmla="*/ 242 h 482"/>
                <a:gd name="T4" fmla="*/ 12 w 828"/>
                <a:gd name="T5" fmla="*/ 241 h 482"/>
                <a:gd name="T6" fmla="*/ 13 w 828"/>
                <a:gd name="T7" fmla="*/ 240 h 482"/>
                <a:gd name="T8" fmla="*/ 403 w 828"/>
                <a:gd name="T9" fmla="*/ 15 h 482"/>
                <a:gd name="T10" fmla="*/ 414 w 828"/>
                <a:gd name="T11" fmla="*/ 12 h 482"/>
                <a:gd name="T12" fmla="*/ 425 w 828"/>
                <a:gd name="T13" fmla="*/ 15 h 482"/>
                <a:gd name="T14" fmla="*/ 815 w 828"/>
                <a:gd name="T15" fmla="*/ 240 h 482"/>
                <a:gd name="T16" fmla="*/ 816 w 828"/>
                <a:gd name="T17" fmla="*/ 241 h 482"/>
                <a:gd name="T18" fmla="*/ 815 w 828"/>
                <a:gd name="T19" fmla="*/ 242 h 482"/>
                <a:gd name="T20" fmla="*/ 425 w 828"/>
                <a:gd name="T21" fmla="*/ 467 h 482"/>
                <a:gd name="T22" fmla="*/ 414 w 828"/>
                <a:gd name="T23" fmla="*/ 470 h 482"/>
                <a:gd name="T24" fmla="*/ 403 w 828"/>
                <a:gd name="T25" fmla="*/ 467 h 482"/>
                <a:gd name="T26" fmla="*/ 403 w 828"/>
                <a:gd name="T27" fmla="*/ 467 h 482"/>
                <a:gd name="T28" fmla="*/ 414 w 828"/>
                <a:gd name="T29" fmla="*/ 0 h 482"/>
                <a:gd name="T30" fmla="*/ 397 w 828"/>
                <a:gd name="T31" fmla="*/ 5 h 482"/>
                <a:gd name="T32" fmla="*/ 7 w 828"/>
                <a:gd name="T33" fmla="*/ 230 h 482"/>
                <a:gd name="T34" fmla="*/ 0 w 828"/>
                <a:gd name="T35" fmla="*/ 241 h 482"/>
                <a:gd name="T36" fmla="*/ 7 w 828"/>
                <a:gd name="T37" fmla="*/ 253 h 482"/>
                <a:gd name="T38" fmla="*/ 397 w 828"/>
                <a:gd name="T39" fmla="*/ 478 h 482"/>
                <a:gd name="T40" fmla="*/ 397 w 828"/>
                <a:gd name="T41" fmla="*/ 478 h 482"/>
                <a:gd name="T42" fmla="*/ 414 w 828"/>
                <a:gd name="T43" fmla="*/ 482 h 482"/>
                <a:gd name="T44" fmla="*/ 431 w 828"/>
                <a:gd name="T45" fmla="*/ 478 h 482"/>
                <a:gd name="T46" fmla="*/ 821 w 828"/>
                <a:gd name="T47" fmla="*/ 253 h 482"/>
                <a:gd name="T48" fmla="*/ 828 w 828"/>
                <a:gd name="T49" fmla="*/ 241 h 482"/>
                <a:gd name="T50" fmla="*/ 821 w 828"/>
                <a:gd name="T51" fmla="*/ 230 h 482"/>
                <a:gd name="T52" fmla="*/ 431 w 828"/>
                <a:gd name="T53" fmla="*/ 5 h 482"/>
                <a:gd name="T54" fmla="*/ 414 w 828"/>
                <a:gd name="T55" fmla="*/ 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28" h="482">
                  <a:moveTo>
                    <a:pt x="403" y="467"/>
                  </a:moveTo>
                  <a:cubicBezTo>
                    <a:pt x="13" y="242"/>
                    <a:pt x="13" y="242"/>
                    <a:pt x="13" y="242"/>
                  </a:cubicBezTo>
                  <a:cubicBezTo>
                    <a:pt x="13" y="242"/>
                    <a:pt x="12" y="242"/>
                    <a:pt x="12" y="241"/>
                  </a:cubicBezTo>
                  <a:cubicBezTo>
                    <a:pt x="12" y="241"/>
                    <a:pt x="13" y="241"/>
                    <a:pt x="13" y="240"/>
                  </a:cubicBezTo>
                  <a:cubicBezTo>
                    <a:pt x="403" y="15"/>
                    <a:pt x="403" y="15"/>
                    <a:pt x="403" y="15"/>
                  </a:cubicBezTo>
                  <a:cubicBezTo>
                    <a:pt x="406" y="13"/>
                    <a:pt x="410" y="12"/>
                    <a:pt x="414" y="12"/>
                  </a:cubicBezTo>
                  <a:cubicBezTo>
                    <a:pt x="418" y="12"/>
                    <a:pt x="422" y="13"/>
                    <a:pt x="425" y="15"/>
                  </a:cubicBezTo>
                  <a:cubicBezTo>
                    <a:pt x="815" y="240"/>
                    <a:pt x="815" y="240"/>
                    <a:pt x="815" y="240"/>
                  </a:cubicBezTo>
                  <a:cubicBezTo>
                    <a:pt x="816" y="241"/>
                    <a:pt x="816" y="241"/>
                    <a:pt x="816" y="241"/>
                  </a:cubicBezTo>
                  <a:cubicBezTo>
                    <a:pt x="816" y="242"/>
                    <a:pt x="816" y="242"/>
                    <a:pt x="815" y="242"/>
                  </a:cubicBezTo>
                  <a:cubicBezTo>
                    <a:pt x="425" y="467"/>
                    <a:pt x="425" y="467"/>
                    <a:pt x="425" y="467"/>
                  </a:cubicBezTo>
                  <a:cubicBezTo>
                    <a:pt x="422" y="469"/>
                    <a:pt x="418" y="470"/>
                    <a:pt x="414" y="470"/>
                  </a:cubicBezTo>
                  <a:cubicBezTo>
                    <a:pt x="410" y="470"/>
                    <a:pt x="406" y="469"/>
                    <a:pt x="403" y="467"/>
                  </a:cubicBezTo>
                  <a:cubicBezTo>
                    <a:pt x="403" y="467"/>
                    <a:pt x="403" y="467"/>
                    <a:pt x="403" y="467"/>
                  </a:cubicBezTo>
                  <a:moveTo>
                    <a:pt x="414" y="0"/>
                  </a:moveTo>
                  <a:cubicBezTo>
                    <a:pt x="408" y="0"/>
                    <a:pt x="402" y="2"/>
                    <a:pt x="397" y="5"/>
                  </a:cubicBezTo>
                  <a:cubicBezTo>
                    <a:pt x="7" y="230"/>
                    <a:pt x="7" y="230"/>
                    <a:pt x="7" y="230"/>
                  </a:cubicBezTo>
                  <a:cubicBezTo>
                    <a:pt x="3" y="232"/>
                    <a:pt x="0" y="237"/>
                    <a:pt x="0" y="241"/>
                  </a:cubicBezTo>
                  <a:cubicBezTo>
                    <a:pt x="0" y="246"/>
                    <a:pt x="3" y="250"/>
                    <a:pt x="7" y="253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402" y="481"/>
                    <a:pt x="408" y="482"/>
                    <a:pt x="414" y="482"/>
                  </a:cubicBezTo>
                  <a:cubicBezTo>
                    <a:pt x="420" y="482"/>
                    <a:pt x="426" y="481"/>
                    <a:pt x="431" y="478"/>
                  </a:cubicBezTo>
                  <a:cubicBezTo>
                    <a:pt x="821" y="253"/>
                    <a:pt x="821" y="253"/>
                    <a:pt x="821" y="253"/>
                  </a:cubicBezTo>
                  <a:cubicBezTo>
                    <a:pt x="825" y="250"/>
                    <a:pt x="828" y="246"/>
                    <a:pt x="828" y="241"/>
                  </a:cubicBezTo>
                  <a:cubicBezTo>
                    <a:pt x="828" y="237"/>
                    <a:pt x="825" y="232"/>
                    <a:pt x="821" y="230"/>
                  </a:cubicBezTo>
                  <a:cubicBezTo>
                    <a:pt x="431" y="5"/>
                    <a:pt x="431" y="5"/>
                    <a:pt x="431" y="5"/>
                  </a:cubicBezTo>
                  <a:cubicBezTo>
                    <a:pt x="426" y="2"/>
                    <a:pt x="420" y="0"/>
                    <a:pt x="414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74000"/>
                  </a:srgbClr>
                </a:gs>
                <a:gs pos="37000">
                  <a:srgbClr val="41E4DE">
                    <a:alpha val="71000"/>
                  </a:srgbClr>
                </a:gs>
                <a:gs pos="0">
                  <a:srgbClr val="19145F"/>
                </a:gs>
                <a:gs pos="100000">
                  <a:srgbClr val="19125E">
                    <a:alpha val="82000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" name="Freeform 8"/>
            <p:cNvSpPr/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100B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" name="Freeform 9"/>
            <p:cNvSpPr/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" name="Freeform 55"/>
            <p:cNvSpPr/>
            <p:nvPr userDrawn="1"/>
          </p:nvSpPr>
          <p:spPr bwMode="auto">
            <a:xfrm>
              <a:off x="6513861" y="58102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3"/>
                    <a:pt x="17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2" name="Freeform 56"/>
            <p:cNvSpPr/>
            <p:nvPr userDrawn="1"/>
          </p:nvSpPr>
          <p:spPr bwMode="auto">
            <a:xfrm>
              <a:off x="6605936" y="5756275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4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4" y="24"/>
                  </a:cubicBezTo>
                  <a:cubicBezTo>
                    <a:pt x="16" y="24"/>
                    <a:pt x="18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" name="Freeform 57"/>
            <p:cNvSpPr/>
            <p:nvPr userDrawn="1"/>
          </p:nvSpPr>
          <p:spPr bwMode="auto">
            <a:xfrm>
              <a:off x="6701186" y="5702300"/>
              <a:ext cx="85725" cy="77787"/>
            </a:xfrm>
            <a:custGeom>
              <a:avLst/>
              <a:gdLst>
                <a:gd name="T0" fmla="*/ 13 w 26"/>
                <a:gd name="T1" fmla="*/ 0 h 23"/>
                <a:gd name="T2" fmla="*/ 7 w 26"/>
                <a:gd name="T3" fmla="*/ 1 h 23"/>
                <a:gd name="T4" fmla="*/ 3 w 26"/>
                <a:gd name="T5" fmla="*/ 18 h 23"/>
                <a:gd name="T6" fmla="*/ 13 w 26"/>
                <a:gd name="T7" fmla="*/ 23 h 23"/>
                <a:gd name="T8" fmla="*/ 19 w 26"/>
                <a:gd name="T9" fmla="*/ 22 h 23"/>
                <a:gd name="T10" fmla="*/ 23 w 26"/>
                <a:gd name="T11" fmla="*/ 6 h 23"/>
                <a:gd name="T12" fmla="*/ 13 w 26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3">
                  <a:moveTo>
                    <a:pt x="13" y="0"/>
                  </a:moveTo>
                  <a:cubicBezTo>
                    <a:pt x="11" y="0"/>
                    <a:pt x="9" y="0"/>
                    <a:pt x="7" y="1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" name="Freeform 58"/>
            <p:cNvSpPr/>
            <p:nvPr userDrawn="1"/>
          </p:nvSpPr>
          <p:spPr bwMode="auto">
            <a:xfrm>
              <a:off x="6793261" y="5649912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4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3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" name="Freeform 59"/>
            <p:cNvSpPr/>
            <p:nvPr userDrawn="1"/>
          </p:nvSpPr>
          <p:spPr bwMode="auto">
            <a:xfrm>
              <a:off x="6886924" y="559593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1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" name="Freeform 60"/>
            <p:cNvSpPr/>
            <p:nvPr userDrawn="1"/>
          </p:nvSpPr>
          <p:spPr bwMode="auto">
            <a:xfrm>
              <a:off x="6982174" y="5538787"/>
              <a:ext cx="88900" cy="80962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" name="Freeform 61"/>
            <p:cNvSpPr/>
            <p:nvPr userDrawn="1"/>
          </p:nvSpPr>
          <p:spPr bwMode="auto">
            <a:xfrm>
              <a:off x="7263161" y="5372100"/>
              <a:ext cx="88900" cy="77787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" name="Freeform 62"/>
            <p:cNvSpPr/>
            <p:nvPr userDrawn="1"/>
          </p:nvSpPr>
          <p:spPr bwMode="auto">
            <a:xfrm>
              <a:off x="7171086" y="5426075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" name="Freeform 63"/>
            <p:cNvSpPr/>
            <p:nvPr userDrawn="1"/>
          </p:nvSpPr>
          <p:spPr bwMode="auto">
            <a:xfrm>
              <a:off x="7074249" y="5480050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57EA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" name="Freeform 64"/>
            <p:cNvSpPr/>
            <p:nvPr userDrawn="1"/>
          </p:nvSpPr>
          <p:spPr bwMode="auto">
            <a:xfrm>
              <a:off x="7923561" y="5372100"/>
              <a:ext cx="88900" cy="77787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8 w 27"/>
                <a:gd name="T5" fmla="*/ 22 h 23"/>
                <a:gd name="T6" fmla="*/ 13 w 27"/>
                <a:gd name="T7" fmla="*/ 23 h 23"/>
                <a:gd name="T8" fmla="*/ 24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8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8" y="23"/>
                    <a:pt x="21" y="21"/>
                    <a:pt x="24" y="17"/>
                  </a:cubicBezTo>
                  <a:cubicBezTo>
                    <a:pt x="27" y="11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" name="Freeform 65"/>
            <p:cNvSpPr/>
            <p:nvPr userDrawn="1"/>
          </p:nvSpPr>
          <p:spPr bwMode="auto">
            <a:xfrm>
              <a:off x="8015636" y="5426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4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7 h 23"/>
                <a:gd name="T10" fmla="*/ 20 w 27"/>
                <a:gd name="T11" fmla="*/ 1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7"/>
                  </a:cubicBezTo>
                  <a:cubicBezTo>
                    <a:pt x="27" y="12"/>
                    <a:pt x="25" y="5"/>
                    <a:pt x="20" y="1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" name="Freeform 66"/>
            <p:cNvSpPr/>
            <p:nvPr userDrawn="1"/>
          </p:nvSpPr>
          <p:spPr bwMode="auto">
            <a:xfrm>
              <a:off x="8110886" y="54800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" name="Freeform 67"/>
            <p:cNvSpPr/>
            <p:nvPr userDrawn="1"/>
          </p:nvSpPr>
          <p:spPr bwMode="auto">
            <a:xfrm>
              <a:off x="8204549" y="55324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" name="Freeform 68"/>
            <p:cNvSpPr/>
            <p:nvPr userDrawn="1"/>
          </p:nvSpPr>
          <p:spPr bwMode="auto">
            <a:xfrm>
              <a:off x="8299799" y="558641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7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3"/>
                    <a:pt x="3" y="6"/>
                  </a:cubicBezTo>
                  <a:cubicBezTo>
                    <a:pt x="0" y="12"/>
                    <a:pt x="2" y="19"/>
                    <a:pt x="7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2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1"/>
                    <a:pt x="15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" name="Freeform 71"/>
            <p:cNvSpPr/>
            <p:nvPr userDrawn="1"/>
          </p:nvSpPr>
          <p:spPr bwMode="auto">
            <a:xfrm>
              <a:off x="8945911" y="5972175"/>
              <a:ext cx="90488" cy="80962"/>
            </a:xfrm>
            <a:custGeom>
              <a:avLst/>
              <a:gdLst>
                <a:gd name="T0" fmla="*/ 14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1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" name="Freeform 72"/>
            <p:cNvSpPr/>
            <p:nvPr userDrawn="1"/>
          </p:nvSpPr>
          <p:spPr bwMode="auto">
            <a:xfrm>
              <a:off x="8853836" y="5919787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6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5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" name="Freeform 73"/>
            <p:cNvSpPr/>
            <p:nvPr userDrawn="1"/>
          </p:nvSpPr>
          <p:spPr bwMode="auto">
            <a:xfrm>
              <a:off x="8758586" y="58626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" name="Freeform 74"/>
            <p:cNvSpPr/>
            <p:nvPr userDrawn="1"/>
          </p:nvSpPr>
          <p:spPr bwMode="auto">
            <a:xfrm>
              <a:off x="8666511" y="5810250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3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8 h 23"/>
                <a:gd name="T10" fmla="*/ 19 w 27"/>
                <a:gd name="T11" fmla="*/ 2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" name="Freeform 75"/>
            <p:cNvSpPr/>
            <p:nvPr userDrawn="1"/>
          </p:nvSpPr>
          <p:spPr bwMode="auto">
            <a:xfrm>
              <a:off x="8572849" y="5756275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" name="Freeform 77"/>
            <p:cNvSpPr/>
            <p:nvPr userDrawn="1"/>
          </p:nvSpPr>
          <p:spPr bwMode="auto">
            <a:xfrm>
              <a:off x="8487124" y="5699125"/>
              <a:ext cx="79375" cy="73025"/>
            </a:xfrm>
            <a:custGeom>
              <a:avLst/>
              <a:gdLst>
                <a:gd name="T0" fmla="*/ 11 w 24"/>
                <a:gd name="T1" fmla="*/ 0 h 22"/>
                <a:gd name="T2" fmla="*/ 6 w 24"/>
                <a:gd name="T3" fmla="*/ 1 h 22"/>
                <a:gd name="T4" fmla="*/ 3 w 24"/>
                <a:gd name="T5" fmla="*/ 5 h 22"/>
                <a:gd name="T6" fmla="*/ 7 w 24"/>
                <a:gd name="T7" fmla="*/ 21 h 22"/>
                <a:gd name="T8" fmla="*/ 13 w 24"/>
                <a:gd name="T9" fmla="*/ 22 h 22"/>
                <a:gd name="T10" fmla="*/ 18 w 24"/>
                <a:gd name="T11" fmla="*/ 21 h 22"/>
                <a:gd name="T12" fmla="*/ 21 w 24"/>
                <a:gd name="T13" fmla="*/ 18 h 22"/>
                <a:gd name="T14" fmla="*/ 17 w 24"/>
                <a:gd name="T15" fmla="*/ 2 h 22"/>
                <a:gd name="T16" fmla="*/ 11 w 24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2">
                  <a:moveTo>
                    <a:pt x="11" y="0"/>
                  </a:moveTo>
                  <a:cubicBezTo>
                    <a:pt x="9" y="0"/>
                    <a:pt x="8" y="0"/>
                    <a:pt x="6" y="1"/>
                  </a:cubicBezTo>
                  <a:cubicBezTo>
                    <a:pt x="5" y="2"/>
                    <a:pt x="4" y="3"/>
                    <a:pt x="3" y="5"/>
                  </a:cubicBezTo>
                  <a:cubicBezTo>
                    <a:pt x="0" y="10"/>
                    <a:pt x="2" y="18"/>
                    <a:pt x="7" y="21"/>
                  </a:cubicBezTo>
                  <a:cubicBezTo>
                    <a:pt x="9" y="22"/>
                    <a:pt x="11" y="22"/>
                    <a:pt x="13" y="22"/>
                  </a:cubicBezTo>
                  <a:cubicBezTo>
                    <a:pt x="15" y="22"/>
                    <a:pt x="16" y="22"/>
                    <a:pt x="18" y="21"/>
                  </a:cubicBezTo>
                  <a:cubicBezTo>
                    <a:pt x="19" y="21"/>
                    <a:pt x="20" y="19"/>
                    <a:pt x="21" y="18"/>
                  </a:cubicBezTo>
                  <a:cubicBezTo>
                    <a:pt x="24" y="12"/>
                    <a:pt x="22" y="5"/>
                    <a:pt x="17" y="2"/>
                  </a:cubicBezTo>
                  <a:cubicBezTo>
                    <a:pt x="15" y="1"/>
                    <a:pt x="13" y="0"/>
                    <a:pt x="11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" name="Freeform 79"/>
            <p:cNvSpPr/>
            <p:nvPr userDrawn="1"/>
          </p:nvSpPr>
          <p:spPr bwMode="auto">
            <a:xfrm>
              <a:off x="8391874" y="5646737"/>
              <a:ext cx="82550" cy="73025"/>
            </a:xfrm>
            <a:custGeom>
              <a:avLst/>
              <a:gdLst>
                <a:gd name="T0" fmla="*/ 11 w 25"/>
                <a:gd name="T1" fmla="*/ 0 h 22"/>
                <a:gd name="T2" fmla="*/ 7 w 25"/>
                <a:gd name="T3" fmla="*/ 1 h 22"/>
                <a:gd name="T4" fmla="*/ 4 w 25"/>
                <a:gd name="T5" fmla="*/ 5 h 22"/>
                <a:gd name="T6" fmla="*/ 8 w 25"/>
                <a:gd name="T7" fmla="*/ 21 h 22"/>
                <a:gd name="T8" fmla="*/ 14 w 25"/>
                <a:gd name="T9" fmla="*/ 22 h 22"/>
                <a:gd name="T10" fmla="*/ 18 w 25"/>
                <a:gd name="T11" fmla="*/ 21 h 22"/>
                <a:gd name="T12" fmla="*/ 22 w 25"/>
                <a:gd name="T13" fmla="*/ 17 h 22"/>
                <a:gd name="T14" fmla="*/ 17 w 25"/>
                <a:gd name="T15" fmla="*/ 1 h 22"/>
                <a:gd name="T16" fmla="*/ 11 w 25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2">
                  <a:moveTo>
                    <a:pt x="11" y="0"/>
                  </a:moveTo>
                  <a:cubicBezTo>
                    <a:pt x="10" y="0"/>
                    <a:pt x="9" y="0"/>
                    <a:pt x="7" y="1"/>
                  </a:cubicBezTo>
                  <a:cubicBezTo>
                    <a:pt x="6" y="2"/>
                    <a:pt x="4" y="3"/>
                    <a:pt x="4" y="5"/>
                  </a:cubicBezTo>
                  <a:cubicBezTo>
                    <a:pt x="0" y="10"/>
                    <a:pt x="2" y="17"/>
                    <a:pt x="8" y="21"/>
                  </a:cubicBezTo>
                  <a:cubicBezTo>
                    <a:pt x="10" y="22"/>
                    <a:pt x="12" y="22"/>
                    <a:pt x="14" y="22"/>
                  </a:cubicBezTo>
                  <a:cubicBezTo>
                    <a:pt x="15" y="22"/>
                    <a:pt x="17" y="22"/>
                    <a:pt x="18" y="21"/>
                  </a:cubicBezTo>
                  <a:cubicBezTo>
                    <a:pt x="19" y="20"/>
                    <a:pt x="21" y="19"/>
                    <a:pt x="22" y="17"/>
                  </a:cubicBezTo>
                  <a:cubicBezTo>
                    <a:pt x="25" y="12"/>
                    <a:pt x="23" y="5"/>
                    <a:pt x="17" y="1"/>
                  </a:cubicBezTo>
                  <a:cubicBezTo>
                    <a:pt x="15" y="0"/>
                    <a:pt x="13" y="0"/>
                    <a:pt x="11" y="0"/>
                  </a:cubicBezTo>
                </a:path>
              </a:pathLst>
            </a:custGeom>
            <a:solidFill>
              <a:srgbClr val="51498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" name="Freeform 80"/>
            <p:cNvSpPr/>
            <p:nvPr userDrawn="1"/>
          </p:nvSpPr>
          <p:spPr bwMode="auto">
            <a:xfrm>
              <a:off x="10030174" y="562610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8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" name="Freeform 81"/>
            <p:cNvSpPr/>
            <p:nvPr userDrawn="1"/>
          </p:nvSpPr>
          <p:spPr bwMode="auto">
            <a:xfrm>
              <a:off x="10122249" y="5568950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3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" name="Freeform 82"/>
            <p:cNvSpPr/>
            <p:nvPr userDrawn="1"/>
          </p:nvSpPr>
          <p:spPr bwMode="auto">
            <a:xfrm>
              <a:off x="10217499" y="551656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" name="Freeform 83"/>
            <p:cNvSpPr/>
            <p:nvPr userDrawn="1"/>
          </p:nvSpPr>
          <p:spPr bwMode="auto">
            <a:xfrm>
              <a:off x="10309574" y="546258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4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19" y="22"/>
                  </a:cubicBezTo>
                  <a:cubicBezTo>
                    <a:pt x="25" y="18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" name="Freeform 84"/>
            <p:cNvSpPr/>
            <p:nvPr userDrawn="1"/>
          </p:nvSpPr>
          <p:spPr bwMode="auto">
            <a:xfrm>
              <a:off x="10406411" y="5405437"/>
              <a:ext cx="85725" cy="80962"/>
            </a:xfrm>
            <a:custGeom>
              <a:avLst/>
              <a:gdLst>
                <a:gd name="T0" fmla="*/ 13 w 26"/>
                <a:gd name="T1" fmla="*/ 0 h 24"/>
                <a:gd name="T2" fmla="*/ 7 w 26"/>
                <a:gd name="T3" fmla="*/ 2 h 24"/>
                <a:gd name="T4" fmla="*/ 3 w 26"/>
                <a:gd name="T5" fmla="*/ 18 h 24"/>
                <a:gd name="T6" fmla="*/ 13 w 26"/>
                <a:gd name="T7" fmla="*/ 24 h 24"/>
                <a:gd name="T8" fmla="*/ 19 w 26"/>
                <a:gd name="T9" fmla="*/ 22 h 24"/>
                <a:gd name="T10" fmla="*/ 23 w 26"/>
                <a:gd name="T11" fmla="*/ 6 h 24"/>
                <a:gd name="T12" fmla="*/ 13 w 26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1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" name="Freeform 85"/>
            <p:cNvSpPr/>
            <p:nvPr userDrawn="1"/>
          </p:nvSpPr>
          <p:spPr bwMode="auto">
            <a:xfrm>
              <a:off x="10498486" y="535305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7 w 27"/>
                <a:gd name="T3" fmla="*/ 2 h 23"/>
                <a:gd name="T4" fmla="*/ 3 w 27"/>
                <a:gd name="T5" fmla="*/ 18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" name="Freeform 86"/>
            <p:cNvSpPr/>
            <p:nvPr userDrawn="1"/>
          </p:nvSpPr>
          <p:spPr bwMode="auto">
            <a:xfrm>
              <a:off x="10590561" y="5299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8B86A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cxnSp>
          <p:nvCxnSpPr>
            <p:cNvPr id="49" name="直接连接符 4095"/>
            <p:cNvCxnSpPr/>
            <p:nvPr userDrawn="1"/>
          </p:nvCxnSpPr>
          <p:spPr>
            <a:xfrm>
              <a:off x="5641802" y="5287830"/>
              <a:ext cx="827436" cy="50191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187"/>
            <p:cNvCxnSpPr/>
            <p:nvPr userDrawn="1"/>
          </p:nvCxnSpPr>
          <p:spPr>
            <a:xfrm flipV="1">
              <a:off x="7352276" y="5405437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192"/>
            <p:cNvCxnSpPr/>
            <p:nvPr userDrawn="1"/>
          </p:nvCxnSpPr>
          <p:spPr>
            <a:xfrm flipV="1">
              <a:off x="7731243" y="5471253"/>
              <a:ext cx="328843" cy="21199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197"/>
            <p:cNvCxnSpPr/>
            <p:nvPr userDrawn="1"/>
          </p:nvCxnSpPr>
          <p:spPr>
            <a:xfrm flipH="1" flipV="1">
              <a:off x="10065044" y="5664134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椭圆 198"/>
            <p:cNvSpPr/>
            <p:nvPr userDrawn="1"/>
          </p:nvSpPr>
          <p:spPr>
            <a:xfrm>
              <a:off x="10861128" y="4188135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54" name="直接连接符 199"/>
            <p:cNvCxnSpPr/>
            <p:nvPr userDrawn="1"/>
          </p:nvCxnSpPr>
          <p:spPr>
            <a:xfrm flipV="1">
              <a:off x="10552112" y="4285080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椭圆 201"/>
            <p:cNvSpPr/>
            <p:nvPr userDrawn="1"/>
          </p:nvSpPr>
          <p:spPr>
            <a:xfrm>
              <a:off x="9754989" y="371337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56" name="直接连接符 202"/>
            <p:cNvCxnSpPr/>
            <p:nvPr userDrawn="1"/>
          </p:nvCxnSpPr>
          <p:spPr>
            <a:xfrm flipV="1">
              <a:off x="9445973" y="381032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203"/>
            <p:cNvSpPr/>
            <p:nvPr userDrawn="1"/>
          </p:nvSpPr>
          <p:spPr>
            <a:xfrm>
              <a:off x="10020604" y="4130676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58" name="直接连接符 204"/>
            <p:cNvCxnSpPr/>
            <p:nvPr userDrawn="1"/>
          </p:nvCxnSpPr>
          <p:spPr>
            <a:xfrm flipV="1">
              <a:off x="9906261" y="4226956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椭圆 210"/>
            <p:cNvSpPr/>
            <p:nvPr userDrawn="1"/>
          </p:nvSpPr>
          <p:spPr>
            <a:xfrm>
              <a:off x="7626655" y="417674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60" name="直接连接符 211"/>
            <p:cNvCxnSpPr/>
            <p:nvPr userDrawn="1"/>
          </p:nvCxnSpPr>
          <p:spPr>
            <a:xfrm flipV="1">
              <a:off x="7512312" y="427302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椭圆 212"/>
            <p:cNvSpPr/>
            <p:nvPr userDrawn="1"/>
          </p:nvSpPr>
          <p:spPr>
            <a:xfrm>
              <a:off x="8387012" y="336016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62" name="直接连接符 213"/>
            <p:cNvCxnSpPr/>
            <p:nvPr userDrawn="1"/>
          </p:nvCxnSpPr>
          <p:spPr>
            <a:xfrm flipV="1">
              <a:off x="8272669" y="345644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椭圆 214"/>
            <p:cNvSpPr/>
            <p:nvPr userDrawn="1"/>
          </p:nvSpPr>
          <p:spPr>
            <a:xfrm>
              <a:off x="8071311" y="342409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64" name="直接连接符 215"/>
            <p:cNvCxnSpPr/>
            <p:nvPr userDrawn="1"/>
          </p:nvCxnSpPr>
          <p:spPr>
            <a:xfrm flipV="1">
              <a:off x="7762295" y="352104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216"/>
            <p:cNvCxnSpPr/>
            <p:nvPr userDrawn="1"/>
          </p:nvCxnSpPr>
          <p:spPr>
            <a:xfrm flipH="1" flipV="1">
              <a:off x="8216506" y="2821117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219"/>
            <p:cNvCxnSpPr/>
            <p:nvPr userDrawn="1"/>
          </p:nvCxnSpPr>
          <p:spPr>
            <a:xfrm flipH="1" flipV="1">
              <a:off x="10208402" y="2813165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Freeform 90"/>
            <p:cNvSpPr/>
            <p:nvPr userDrawn="1"/>
          </p:nvSpPr>
          <p:spPr bwMode="auto">
            <a:xfrm>
              <a:off x="8148638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solidFill>
              <a:srgbClr val="736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" name="Freeform 91"/>
            <p:cNvSpPr/>
            <p:nvPr userDrawn="1"/>
          </p:nvSpPr>
          <p:spPr bwMode="auto">
            <a:xfrm>
              <a:off x="8148638" y="4264025"/>
              <a:ext cx="2168525" cy="714375"/>
            </a:xfrm>
            <a:custGeom>
              <a:avLst/>
              <a:gdLst>
                <a:gd name="T0" fmla="*/ 10 w 538"/>
                <a:gd name="T1" fmla="*/ 165 h 177"/>
                <a:gd name="T2" fmla="*/ 31 w 538"/>
                <a:gd name="T3" fmla="*/ 177 h 177"/>
                <a:gd name="T4" fmla="*/ 249 w 538"/>
                <a:gd name="T5" fmla="*/ 52 h 177"/>
                <a:gd name="T6" fmla="*/ 287 w 538"/>
                <a:gd name="T7" fmla="*/ 50 h 177"/>
                <a:gd name="T8" fmla="*/ 507 w 538"/>
                <a:gd name="T9" fmla="*/ 177 h 177"/>
                <a:gd name="T10" fmla="*/ 525 w 538"/>
                <a:gd name="T11" fmla="*/ 167 h 177"/>
                <a:gd name="T12" fmla="*/ 528 w 538"/>
                <a:gd name="T13" fmla="*/ 145 h 177"/>
                <a:gd name="T14" fmla="*/ 287 w 538"/>
                <a:gd name="T15" fmla="*/ 5 h 177"/>
                <a:gd name="T16" fmla="*/ 249 w 538"/>
                <a:gd name="T17" fmla="*/ 7 h 177"/>
                <a:gd name="T18" fmla="*/ 13 w 538"/>
                <a:gd name="T19" fmla="*/ 143 h 177"/>
                <a:gd name="T20" fmla="*/ 10 w 538"/>
                <a:gd name="T21" fmla="*/ 165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177">
                  <a:moveTo>
                    <a:pt x="10" y="165"/>
                  </a:moveTo>
                  <a:cubicBezTo>
                    <a:pt x="31" y="177"/>
                    <a:pt x="31" y="177"/>
                    <a:pt x="31" y="177"/>
                  </a:cubicBezTo>
                  <a:cubicBezTo>
                    <a:pt x="249" y="52"/>
                    <a:pt x="249" y="52"/>
                    <a:pt x="249" y="52"/>
                  </a:cubicBezTo>
                  <a:cubicBezTo>
                    <a:pt x="260" y="45"/>
                    <a:pt x="277" y="45"/>
                    <a:pt x="287" y="50"/>
                  </a:cubicBezTo>
                  <a:cubicBezTo>
                    <a:pt x="507" y="177"/>
                    <a:pt x="507" y="177"/>
                    <a:pt x="507" y="177"/>
                  </a:cubicBezTo>
                  <a:cubicBezTo>
                    <a:pt x="525" y="167"/>
                    <a:pt x="525" y="167"/>
                    <a:pt x="525" y="167"/>
                  </a:cubicBezTo>
                  <a:cubicBezTo>
                    <a:pt x="537" y="160"/>
                    <a:pt x="538" y="150"/>
                    <a:pt x="528" y="145"/>
                  </a:cubicBezTo>
                  <a:cubicBezTo>
                    <a:pt x="287" y="5"/>
                    <a:pt x="287" y="5"/>
                    <a:pt x="287" y="5"/>
                  </a:cubicBezTo>
                  <a:cubicBezTo>
                    <a:pt x="277" y="0"/>
                    <a:pt x="260" y="0"/>
                    <a:pt x="249" y="7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2" y="150"/>
                    <a:pt x="0" y="159"/>
                    <a:pt x="10" y="165"/>
                  </a:cubicBezTo>
                  <a:close/>
                </a:path>
              </a:pathLst>
            </a:custGeom>
            <a:solidFill>
              <a:srgbClr val="42E8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9" name="Freeform 90"/>
            <p:cNvSpPr/>
            <p:nvPr userDrawn="1"/>
          </p:nvSpPr>
          <p:spPr bwMode="auto">
            <a:xfrm>
              <a:off x="8142017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gradFill>
              <a:gsLst>
                <a:gs pos="22000">
                  <a:srgbClr val="180D5B">
                    <a:alpha val="34000"/>
                  </a:srgbClr>
                </a:gs>
                <a:gs pos="100000">
                  <a:srgbClr val="42E8E0">
                    <a:alpha val="74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0" name="任意多边形: 形状 246"/>
            <p:cNvSpPr/>
            <p:nvPr userDrawn="1"/>
          </p:nvSpPr>
          <p:spPr bwMode="auto">
            <a:xfrm>
              <a:off x="9278938" y="3259138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 sz="2400"/>
            </a:p>
          </p:txBody>
        </p:sp>
        <p:sp>
          <p:nvSpPr>
            <p:cNvPr id="71" name="任意多边形: 形状 244"/>
            <p:cNvSpPr/>
            <p:nvPr userDrawn="1"/>
          </p:nvSpPr>
          <p:spPr bwMode="auto">
            <a:xfrm>
              <a:off x="9501188" y="3767138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 sz="2400"/>
            </a:p>
          </p:txBody>
        </p:sp>
        <p:sp>
          <p:nvSpPr>
            <p:cNvPr id="72" name="任意多边形: 形状 240"/>
            <p:cNvSpPr/>
            <p:nvPr userDrawn="1"/>
          </p:nvSpPr>
          <p:spPr bwMode="auto">
            <a:xfrm>
              <a:off x="9726613" y="4365625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 sz="2400"/>
            </a:p>
          </p:txBody>
        </p:sp>
        <p:sp>
          <p:nvSpPr>
            <p:cNvPr id="73" name="任意多边形: 形状 238"/>
            <p:cNvSpPr/>
            <p:nvPr userDrawn="1"/>
          </p:nvSpPr>
          <p:spPr bwMode="auto">
            <a:xfrm>
              <a:off x="9945688" y="4695825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 sz="2400"/>
            </a:p>
          </p:txBody>
        </p:sp>
        <p:sp>
          <p:nvSpPr>
            <p:cNvPr id="74" name="任意多边形: 形状 247"/>
            <p:cNvSpPr/>
            <p:nvPr userDrawn="1"/>
          </p:nvSpPr>
          <p:spPr bwMode="auto">
            <a:xfrm flipH="1">
              <a:off x="9056822" y="3261347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 sz="2400"/>
            </a:p>
          </p:txBody>
        </p:sp>
        <p:sp>
          <p:nvSpPr>
            <p:cNvPr id="75" name="任意多边形: 形状 248"/>
            <p:cNvSpPr/>
            <p:nvPr userDrawn="1"/>
          </p:nvSpPr>
          <p:spPr bwMode="auto">
            <a:xfrm flipH="1">
              <a:off x="8836159" y="3769347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 sz="2400"/>
            </a:p>
          </p:txBody>
        </p:sp>
        <p:sp>
          <p:nvSpPr>
            <p:cNvPr id="76" name="任意多边形: 形状 249"/>
            <p:cNvSpPr/>
            <p:nvPr userDrawn="1"/>
          </p:nvSpPr>
          <p:spPr bwMode="auto">
            <a:xfrm flipH="1">
              <a:off x="8613909" y="4367834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 sz="2400"/>
            </a:p>
          </p:txBody>
        </p:sp>
        <p:sp>
          <p:nvSpPr>
            <p:cNvPr id="77" name="任意多边形: 形状 250"/>
            <p:cNvSpPr/>
            <p:nvPr userDrawn="1"/>
          </p:nvSpPr>
          <p:spPr bwMode="auto">
            <a:xfrm flipH="1">
              <a:off x="8391659" y="4698034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 sz="2400"/>
            </a:p>
          </p:txBody>
        </p:sp>
        <p:sp>
          <p:nvSpPr>
            <p:cNvPr id="78" name="Freeform 106"/>
            <p:cNvSpPr/>
            <p:nvPr userDrawn="1"/>
          </p:nvSpPr>
          <p:spPr bwMode="auto">
            <a:xfrm>
              <a:off x="8255909" y="2437995"/>
              <a:ext cx="1951037" cy="3057525"/>
            </a:xfrm>
            <a:custGeom>
              <a:avLst/>
              <a:gdLst>
                <a:gd name="T0" fmla="*/ 531 w 531"/>
                <a:gd name="T1" fmla="*/ 0 h 835"/>
                <a:gd name="T2" fmla="*/ 0 w 531"/>
                <a:gd name="T3" fmla="*/ 0 h 835"/>
                <a:gd name="T4" fmla="*/ 0 w 531"/>
                <a:gd name="T5" fmla="*/ 682 h 835"/>
                <a:gd name="T6" fmla="*/ 0 w 531"/>
                <a:gd name="T7" fmla="*/ 682 h 835"/>
                <a:gd name="T8" fmla="*/ 6 w 531"/>
                <a:gd name="T9" fmla="*/ 692 h 835"/>
                <a:gd name="T10" fmla="*/ 248 w 531"/>
                <a:gd name="T11" fmla="*/ 831 h 835"/>
                <a:gd name="T12" fmla="*/ 264 w 531"/>
                <a:gd name="T13" fmla="*/ 835 h 835"/>
                <a:gd name="T14" fmla="*/ 286 w 531"/>
                <a:gd name="T15" fmla="*/ 830 h 835"/>
                <a:gd name="T16" fmla="*/ 522 w 531"/>
                <a:gd name="T17" fmla="*/ 693 h 835"/>
                <a:gd name="T18" fmla="*/ 531 w 531"/>
                <a:gd name="T19" fmla="*/ 682 h 835"/>
                <a:gd name="T20" fmla="*/ 531 w 531"/>
                <a:gd name="T21" fmla="*/ 682 h 835"/>
                <a:gd name="T22" fmla="*/ 531 w 531"/>
                <a:gd name="T23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1" h="835">
                  <a:moveTo>
                    <a:pt x="5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5"/>
                    <a:pt x="2" y="689"/>
                    <a:pt x="6" y="692"/>
                  </a:cubicBezTo>
                  <a:cubicBezTo>
                    <a:pt x="248" y="831"/>
                    <a:pt x="248" y="831"/>
                    <a:pt x="248" y="831"/>
                  </a:cubicBezTo>
                  <a:cubicBezTo>
                    <a:pt x="252" y="834"/>
                    <a:pt x="258" y="835"/>
                    <a:pt x="264" y="835"/>
                  </a:cubicBezTo>
                  <a:cubicBezTo>
                    <a:pt x="272" y="835"/>
                    <a:pt x="280" y="833"/>
                    <a:pt x="286" y="830"/>
                  </a:cubicBezTo>
                  <a:cubicBezTo>
                    <a:pt x="522" y="693"/>
                    <a:pt x="522" y="693"/>
                    <a:pt x="522" y="693"/>
                  </a:cubicBezTo>
                  <a:cubicBezTo>
                    <a:pt x="528" y="690"/>
                    <a:pt x="531" y="686"/>
                    <a:pt x="531" y="682"/>
                  </a:cubicBezTo>
                  <a:cubicBezTo>
                    <a:pt x="531" y="682"/>
                    <a:pt x="531" y="682"/>
                    <a:pt x="531" y="682"/>
                  </a:cubicBezTo>
                  <a:cubicBezTo>
                    <a:pt x="531" y="0"/>
                    <a:pt x="531" y="0"/>
                    <a:pt x="531" y="0"/>
                  </a:cubicBezTo>
                </a:path>
              </a:pathLst>
            </a:custGeom>
            <a:gradFill>
              <a:gsLst>
                <a:gs pos="100000">
                  <a:srgbClr val="42E6E0">
                    <a:alpha val="20000"/>
                  </a:srgbClr>
                </a:gs>
                <a:gs pos="0">
                  <a:srgbClr val="180D5B">
                    <a:alpha val="5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</p:grpSp>
      <p:pic>
        <p:nvPicPr>
          <p:cNvPr id="79" name="圖片 7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6" y="60807"/>
            <a:ext cx="1895699" cy="443947"/>
          </a:xfrm>
          <a:prstGeom prst="rect">
            <a:avLst/>
          </a:prstGeom>
        </p:spPr>
      </p:pic>
      <p:sp>
        <p:nvSpPr>
          <p:cNvPr id="92" name="文字方塊 2"/>
          <p:cNvSpPr txBox="1"/>
          <p:nvPr userDrawn="1"/>
        </p:nvSpPr>
        <p:spPr>
          <a:xfrm>
            <a:off x="47328" y="6525346"/>
            <a:ext cx="2732021" cy="303628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65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AVARY </a:t>
            </a:r>
            <a:r>
              <a:rPr lang="en-US" altLang="zh-CN" sz="1865" b="1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B</a:t>
            </a:r>
            <a:endParaRPr lang="zh-TW" altLang="en-US" sz="1865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4" name="群組 93"/>
          <p:cNvGrpSpPr/>
          <p:nvPr userDrawn="1"/>
        </p:nvGrpSpPr>
        <p:grpSpPr>
          <a:xfrm>
            <a:off x="-40698" y="431088"/>
            <a:ext cx="12232700" cy="6067832"/>
            <a:chOff x="-30524" y="431088"/>
            <a:chExt cx="10285168" cy="6067832"/>
          </a:xfrm>
        </p:grpSpPr>
        <p:sp>
          <p:nvSpPr>
            <p:cNvPr id="95" name="文字方塊 2"/>
            <p:cNvSpPr txBox="1"/>
            <p:nvPr userDrawn="1"/>
          </p:nvSpPr>
          <p:spPr>
            <a:xfrm rot="20713314">
              <a:off x="4600216" y="5158068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 dirty="0">
                  <a:solidFill>
                    <a:schemeClr val="accent4">
                      <a:lumMod val="20000"/>
                      <a:lumOff val="80000"/>
                      <a:alpha val="6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</a:t>
              </a:r>
              <a:r>
                <a:rPr lang="en-US" altLang="zh-CN" sz="4665">
                  <a:solidFill>
                    <a:schemeClr val="accent4">
                      <a:lumMod val="20000"/>
                      <a:lumOff val="80000"/>
                      <a:alpha val="6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Confidential B</a:t>
              </a:r>
              <a:endParaRPr lang="zh-TW" altLang="en-US" sz="4665" dirty="0">
                <a:solidFill>
                  <a:schemeClr val="accent4">
                    <a:lumMod val="20000"/>
                    <a:lumOff val="80000"/>
                    <a:alpha val="6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文字方塊 2"/>
            <p:cNvSpPr txBox="1"/>
            <p:nvPr userDrawn="1"/>
          </p:nvSpPr>
          <p:spPr>
            <a:xfrm rot="20713314">
              <a:off x="113492" y="5181514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>
                  <a:solidFill>
                    <a:schemeClr val="accent4">
                      <a:lumMod val="20000"/>
                      <a:lumOff val="80000"/>
                      <a:alpha val="6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ConfidentiBl </a:t>
              </a:r>
              <a:r>
                <a:rPr lang="en-US" altLang="zh-CN" sz="4665" dirty="0">
                  <a:solidFill>
                    <a:schemeClr val="accent4">
                      <a:lumMod val="20000"/>
                      <a:lumOff val="80000"/>
                      <a:alpha val="6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zh-TW" altLang="en-US" sz="4665" dirty="0">
                <a:solidFill>
                  <a:schemeClr val="accent4">
                    <a:lumMod val="20000"/>
                    <a:lumOff val="80000"/>
                    <a:alpha val="6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文字方塊 2"/>
            <p:cNvSpPr txBox="1"/>
            <p:nvPr userDrawn="1"/>
          </p:nvSpPr>
          <p:spPr>
            <a:xfrm rot="20713314">
              <a:off x="4794012" y="3885370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 dirty="0">
                  <a:solidFill>
                    <a:schemeClr val="accent4">
                      <a:lumMod val="20000"/>
                      <a:lumOff val="80000"/>
                      <a:alpha val="6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</a:t>
              </a:r>
              <a:r>
                <a:rPr lang="en-US" altLang="zh-CN" sz="4665">
                  <a:solidFill>
                    <a:schemeClr val="accent4">
                      <a:lumMod val="20000"/>
                      <a:lumOff val="80000"/>
                      <a:alpha val="6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Confidential B</a:t>
              </a:r>
              <a:endParaRPr lang="zh-TW" altLang="en-US" sz="4665" dirty="0">
                <a:solidFill>
                  <a:schemeClr val="accent4">
                    <a:lumMod val="20000"/>
                    <a:lumOff val="80000"/>
                    <a:alpha val="6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文字方塊 2"/>
            <p:cNvSpPr txBox="1"/>
            <p:nvPr userDrawn="1"/>
          </p:nvSpPr>
          <p:spPr>
            <a:xfrm rot="20713314">
              <a:off x="-30524" y="4101394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 dirty="0">
                  <a:solidFill>
                    <a:schemeClr val="accent4">
                      <a:lumMod val="20000"/>
                      <a:lumOff val="80000"/>
                      <a:alpha val="6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</a:t>
              </a:r>
              <a:r>
                <a:rPr lang="en-US" altLang="zh-CN" sz="4665">
                  <a:solidFill>
                    <a:schemeClr val="accent4">
                      <a:lumMod val="20000"/>
                      <a:lumOff val="80000"/>
                      <a:alpha val="6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Confidential B</a:t>
              </a:r>
              <a:endParaRPr lang="zh-TW" altLang="en-US" sz="4665" dirty="0">
                <a:solidFill>
                  <a:schemeClr val="accent4">
                    <a:lumMod val="20000"/>
                    <a:lumOff val="80000"/>
                    <a:alpha val="6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文字方塊 2"/>
            <p:cNvSpPr txBox="1"/>
            <p:nvPr userDrawn="1"/>
          </p:nvSpPr>
          <p:spPr>
            <a:xfrm rot="20713314">
              <a:off x="4794012" y="2807352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 dirty="0">
                  <a:solidFill>
                    <a:schemeClr val="accent4">
                      <a:lumMod val="20000"/>
                      <a:lumOff val="80000"/>
                      <a:alpha val="6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</a:t>
              </a:r>
              <a:r>
                <a:rPr lang="en-US" altLang="zh-CN" sz="4665">
                  <a:solidFill>
                    <a:schemeClr val="accent4">
                      <a:lumMod val="20000"/>
                      <a:lumOff val="80000"/>
                      <a:alpha val="6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Confidential B</a:t>
              </a:r>
              <a:endParaRPr lang="zh-TW" altLang="en-US" sz="4665" dirty="0">
                <a:solidFill>
                  <a:schemeClr val="accent4">
                    <a:lumMod val="20000"/>
                    <a:lumOff val="80000"/>
                    <a:alpha val="6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文字方塊 2"/>
            <p:cNvSpPr txBox="1"/>
            <p:nvPr userDrawn="1"/>
          </p:nvSpPr>
          <p:spPr>
            <a:xfrm rot="20713314">
              <a:off x="77996" y="2951368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 dirty="0">
                  <a:solidFill>
                    <a:schemeClr val="accent4">
                      <a:lumMod val="20000"/>
                      <a:lumOff val="80000"/>
                      <a:alpha val="6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</a:t>
              </a:r>
              <a:r>
                <a:rPr lang="en-US" altLang="zh-CN" sz="4665">
                  <a:solidFill>
                    <a:schemeClr val="accent4">
                      <a:lumMod val="20000"/>
                      <a:lumOff val="80000"/>
                      <a:alpha val="6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Confidential B</a:t>
              </a:r>
              <a:endParaRPr lang="zh-TW" altLang="en-US" sz="4665" dirty="0">
                <a:solidFill>
                  <a:schemeClr val="accent4">
                    <a:lumMod val="20000"/>
                    <a:lumOff val="80000"/>
                    <a:alpha val="6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文字方塊 2"/>
            <p:cNvSpPr txBox="1"/>
            <p:nvPr userDrawn="1"/>
          </p:nvSpPr>
          <p:spPr>
            <a:xfrm rot="20713314">
              <a:off x="4811703" y="1653122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 dirty="0">
                  <a:solidFill>
                    <a:schemeClr val="accent4">
                      <a:lumMod val="20000"/>
                      <a:lumOff val="80000"/>
                      <a:alpha val="6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</a:t>
              </a:r>
              <a:r>
                <a:rPr lang="en-US" altLang="zh-CN" sz="4665">
                  <a:solidFill>
                    <a:schemeClr val="accent4">
                      <a:lumMod val="20000"/>
                      <a:lumOff val="80000"/>
                      <a:alpha val="6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Confidential B</a:t>
              </a:r>
              <a:endParaRPr lang="zh-TW" altLang="en-US" sz="4665" dirty="0">
                <a:solidFill>
                  <a:schemeClr val="accent4">
                    <a:lumMod val="20000"/>
                    <a:lumOff val="80000"/>
                    <a:alpha val="6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文字方塊 2"/>
            <p:cNvSpPr txBox="1"/>
            <p:nvPr userDrawn="1"/>
          </p:nvSpPr>
          <p:spPr>
            <a:xfrm rot="20713314">
              <a:off x="-12833" y="1653122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 dirty="0">
                  <a:solidFill>
                    <a:schemeClr val="accent4">
                      <a:lumMod val="20000"/>
                      <a:lumOff val="80000"/>
                      <a:alpha val="6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Confidential B</a:t>
              </a:r>
              <a:endParaRPr lang="zh-TW" altLang="en-US" sz="4665" dirty="0">
                <a:solidFill>
                  <a:schemeClr val="accent4">
                    <a:lumMod val="20000"/>
                    <a:lumOff val="80000"/>
                    <a:alpha val="6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文字方塊 2"/>
            <p:cNvSpPr txBox="1"/>
            <p:nvPr userDrawn="1"/>
          </p:nvSpPr>
          <p:spPr>
            <a:xfrm rot="20713314">
              <a:off x="4523671" y="431088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 dirty="0">
                  <a:solidFill>
                    <a:schemeClr val="accent4">
                      <a:lumMod val="20000"/>
                      <a:lumOff val="80000"/>
                      <a:alpha val="6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Confidential B</a:t>
              </a:r>
              <a:endParaRPr lang="zh-TW" altLang="en-US" sz="4665" dirty="0">
                <a:solidFill>
                  <a:schemeClr val="accent4">
                    <a:lumMod val="20000"/>
                    <a:lumOff val="80000"/>
                    <a:alpha val="6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0" name="文字方塊 2"/>
          <p:cNvSpPr txBox="1"/>
          <p:nvPr userDrawn="1"/>
        </p:nvSpPr>
        <p:spPr>
          <a:xfrm rot="20713314">
            <a:off x="-75266" y="297561"/>
            <a:ext cx="7257255" cy="1317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4665" dirty="0">
                <a:solidFill>
                  <a:schemeClr val="accent4">
                    <a:lumMod val="20000"/>
                    <a:lumOff val="80000"/>
                    <a:alpha val="6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AVARY </a:t>
            </a:r>
            <a:r>
              <a:rPr lang="en-US" altLang="zh-CN" sz="4665">
                <a:solidFill>
                  <a:schemeClr val="accent4">
                    <a:lumMod val="20000"/>
                    <a:lumOff val="80000"/>
                    <a:alpha val="6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B</a:t>
            </a:r>
            <a:endParaRPr lang="zh-TW" altLang="en-US" sz="4665" dirty="0">
              <a:solidFill>
                <a:schemeClr val="accent4">
                  <a:lumMod val="20000"/>
                  <a:lumOff val="80000"/>
                  <a:alpha val="6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3"/>
          </p:nvPr>
        </p:nvSpPr>
        <p:spPr>
          <a:xfrm>
            <a:off x="609600" y="6356357"/>
            <a:ext cx="2844800" cy="366183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91" name="文字方塊 90"/>
          <p:cNvSpPr txBox="1"/>
          <p:nvPr userDrawn="1"/>
        </p:nvSpPr>
        <p:spPr>
          <a:xfrm>
            <a:off x="11269517" y="75978"/>
            <a:ext cx="922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230808</a:t>
            </a:r>
          </a:p>
        </p:txBody>
      </p:sp>
      <p:sp>
        <p:nvSpPr>
          <p:cNvPr id="104" name="投影片編號版面配置區 9"/>
          <p:cNvSpPr txBox="1"/>
          <p:nvPr userDrawn="1"/>
        </p:nvSpPr>
        <p:spPr>
          <a:xfrm>
            <a:off x="9425859" y="6583589"/>
            <a:ext cx="2844800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5B2B42B-D7F9-40DC-B363-34F04777E5CF}" type="slidenum">
              <a:rPr lang="zh-TW" altLang="en-US" sz="1065" smtClean="0">
                <a:solidFill>
                  <a:srgbClr val="000000">
                    <a:tint val="75000"/>
                  </a:srgbClr>
                </a:solidFill>
                <a:latin typeface="+mn-lt"/>
              </a:rPr>
              <a:t>‹#›</a:t>
            </a:fld>
            <a:endParaRPr lang="zh-TW" altLang="en-US" sz="1065" dirty="0">
              <a:solidFill>
                <a:srgbClr val="000000">
                  <a:tint val="75000"/>
                </a:srgbClr>
              </a:solidFill>
              <a:latin typeface="+mn-l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未命名-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2701"/>
            <a:ext cx="12192000" cy="6845300"/>
          </a:xfrm>
          <a:prstGeom prst="rect">
            <a:avLst/>
          </a:prstGeom>
        </p:spPr>
      </p:pic>
      <p:sp>
        <p:nvSpPr>
          <p:cNvPr id="7" name="标题 5"/>
          <p:cNvSpPr>
            <a:spLocks noGrp="1"/>
          </p:cNvSpPr>
          <p:nvPr>
            <p:ph type="title"/>
          </p:nvPr>
        </p:nvSpPr>
        <p:spPr>
          <a:xfrm>
            <a:off x="1828800" y="9"/>
            <a:ext cx="9691688" cy="644055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  <a:latin typeface="+mn-lt"/>
                <a:ea typeface="標楷體" panose="03000509000000000000" pitchFamily="65" charset="-12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2" name="文字方塊 2"/>
          <p:cNvSpPr txBox="1"/>
          <p:nvPr userDrawn="1"/>
        </p:nvSpPr>
        <p:spPr>
          <a:xfrm>
            <a:off x="47328" y="6525346"/>
            <a:ext cx="2732021" cy="303628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65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AVARY </a:t>
            </a:r>
            <a:r>
              <a:rPr lang="en-US" altLang="zh-CN" sz="1865" b="1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B</a:t>
            </a:r>
            <a:endParaRPr lang="zh-TW" altLang="en-US" sz="1865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" name="群組 22"/>
          <p:cNvGrpSpPr/>
          <p:nvPr userDrawn="1"/>
        </p:nvGrpSpPr>
        <p:grpSpPr>
          <a:xfrm>
            <a:off x="-40695" y="1653123"/>
            <a:ext cx="12121081" cy="5024036"/>
            <a:chOff x="-30524" y="1653122"/>
            <a:chExt cx="10285168" cy="4845798"/>
          </a:xfrm>
        </p:grpSpPr>
        <p:sp>
          <p:nvSpPr>
            <p:cNvPr id="24" name="文字方塊 2"/>
            <p:cNvSpPr txBox="1"/>
            <p:nvPr userDrawn="1"/>
          </p:nvSpPr>
          <p:spPr>
            <a:xfrm rot="20713314">
              <a:off x="4600216" y="5158068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 dirty="0">
                  <a:solidFill>
                    <a:schemeClr val="accent4">
                      <a:lumMod val="20000"/>
                      <a:lumOff val="80000"/>
                      <a:alpha val="4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Confidential B</a:t>
              </a:r>
              <a:endParaRPr lang="zh-TW" altLang="en-US" sz="4665" dirty="0">
                <a:solidFill>
                  <a:schemeClr val="accent4">
                    <a:lumMod val="20000"/>
                    <a:lumOff val="80000"/>
                    <a:alpha val="4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字方塊 2"/>
            <p:cNvSpPr txBox="1"/>
            <p:nvPr userDrawn="1"/>
          </p:nvSpPr>
          <p:spPr>
            <a:xfrm rot="20713314">
              <a:off x="113492" y="5181514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 dirty="0">
                  <a:solidFill>
                    <a:schemeClr val="accent4">
                      <a:lumMod val="20000"/>
                      <a:lumOff val="80000"/>
                      <a:alpha val="4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</a:t>
              </a:r>
              <a:r>
                <a:rPr lang="en-US" altLang="zh-CN" sz="4665">
                  <a:solidFill>
                    <a:schemeClr val="accent4">
                      <a:lumMod val="20000"/>
                      <a:lumOff val="80000"/>
                      <a:alpha val="4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Confidential B</a:t>
              </a:r>
              <a:endParaRPr lang="zh-TW" altLang="en-US" sz="4665" dirty="0">
                <a:solidFill>
                  <a:schemeClr val="accent4">
                    <a:lumMod val="20000"/>
                    <a:lumOff val="80000"/>
                    <a:alpha val="4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文字方塊 2"/>
            <p:cNvSpPr txBox="1"/>
            <p:nvPr userDrawn="1"/>
          </p:nvSpPr>
          <p:spPr>
            <a:xfrm rot="20713314">
              <a:off x="4794012" y="3885370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 dirty="0">
                  <a:solidFill>
                    <a:schemeClr val="accent4">
                      <a:lumMod val="20000"/>
                      <a:lumOff val="80000"/>
                      <a:alpha val="4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</a:t>
              </a:r>
              <a:r>
                <a:rPr lang="en-US" altLang="zh-CN" sz="4665">
                  <a:solidFill>
                    <a:schemeClr val="accent4">
                      <a:lumMod val="20000"/>
                      <a:lumOff val="80000"/>
                      <a:alpha val="4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Confidential B</a:t>
              </a:r>
              <a:endParaRPr lang="zh-TW" altLang="en-US" sz="4665" dirty="0">
                <a:solidFill>
                  <a:schemeClr val="accent4">
                    <a:lumMod val="20000"/>
                    <a:lumOff val="80000"/>
                    <a:alpha val="4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文字方塊 2"/>
            <p:cNvSpPr txBox="1"/>
            <p:nvPr userDrawn="1"/>
          </p:nvSpPr>
          <p:spPr>
            <a:xfrm rot="20713314">
              <a:off x="-30524" y="4101394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 dirty="0">
                  <a:solidFill>
                    <a:schemeClr val="accent4">
                      <a:lumMod val="20000"/>
                      <a:lumOff val="80000"/>
                      <a:alpha val="4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</a:t>
              </a:r>
              <a:r>
                <a:rPr lang="en-US" altLang="zh-CN" sz="4665">
                  <a:solidFill>
                    <a:schemeClr val="accent4">
                      <a:lumMod val="20000"/>
                      <a:lumOff val="80000"/>
                      <a:alpha val="4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Confidential B</a:t>
              </a:r>
              <a:endParaRPr lang="zh-TW" altLang="en-US" sz="4665" dirty="0">
                <a:solidFill>
                  <a:schemeClr val="accent4">
                    <a:lumMod val="20000"/>
                    <a:lumOff val="80000"/>
                    <a:alpha val="4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文字方塊 2"/>
            <p:cNvSpPr txBox="1"/>
            <p:nvPr userDrawn="1"/>
          </p:nvSpPr>
          <p:spPr>
            <a:xfrm rot="20713314">
              <a:off x="4794012" y="2807352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 dirty="0">
                  <a:solidFill>
                    <a:schemeClr val="accent4">
                      <a:lumMod val="20000"/>
                      <a:lumOff val="80000"/>
                      <a:alpha val="4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</a:t>
              </a:r>
              <a:r>
                <a:rPr lang="en-US" altLang="zh-CN" sz="4665">
                  <a:solidFill>
                    <a:schemeClr val="accent4">
                      <a:lumMod val="20000"/>
                      <a:lumOff val="80000"/>
                      <a:alpha val="4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Confidential B</a:t>
              </a:r>
              <a:endParaRPr lang="zh-TW" altLang="en-US" sz="4665" dirty="0">
                <a:solidFill>
                  <a:schemeClr val="accent4">
                    <a:lumMod val="20000"/>
                    <a:lumOff val="80000"/>
                    <a:alpha val="4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文字方塊 2"/>
            <p:cNvSpPr txBox="1"/>
            <p:nvPr userDrawn="1"/>
          </p:nvSpPr>
          <p:spPr>
            <a:xfrm rot="20713314">
              <a:off x="77996" y="2951368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 dirty="0">
                  <a:solidFill>
                    <a:schemeClr val="accent4">
                      <a:lumMod val="20000"/>
                      <a:lumOff val="80000"/>
                      <a:alpha val="4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Confidential B</a:t>
              </a:r>
              <a:endParaRPr lang="zh-TW" altLang="en-US" sz="4665" dirty="0">
                <a:solidFill>
                  <a:schemeClr val="accent4">
                    <a:lumMod val="20000"/>
                    <a:lumOff val="80000"/>
                    <a:alpha val="4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文字方塊 2"/>
            <p:cNvSpPr txBox="1"/>
            <p:nvPr userDrawn="1"/>
          </p:nvSpPr>
          <p:spPr>
            <a:xfrm rot="20713314">
              <a:off x="4811703" y="1653122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 dirty="0">
                  <a:solidFill>
                    <a:schemeClr val="accent4">
                      <a:lumMod val="20000"/>
                      <a:lumOff val="80000"/>
                      <a:alpha val="4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</a:t>
              </a:r>
              <a:r>
                <a:rPr lang="en-US" altLang="zh-CN" sz="4665">
                  <a:solidFill>
                    <a:schemeClr val="accent4">
                      <a:lumMod val="20000"/>
                      <a:lumOff val="80000"/>
                      <a:alpha val="4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Confidential B</a:t>
              </a:r>
              <a:endParaRPr lang="zh-TW" altLang="en-US" sz="4665" dirty="0">
                <a:solidFill>
                  <a:schemeClr val="accent4">
                    <a:lumMod val="20000"/>
                    <a:lumOff val="80000"/>
                    <a:alpha val="4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文字方塊 2"/>
            <p:cNvSpPr txBox="1"/>
            <p:nvPr userDrawn="1"/>
          </p:nvSpPr>
          <p:spPr>
            <a:xfrm rot="20713314">
              <a:off x="-12833" y="1653122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 dirty="0">
                  <a:solidFill>
                    <a:schemeClr val="accent4">
                      <a:lumMod val="20000"/>
                      <a:lumOff val="80000"/>
                      <a:alpha val="4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</a:t>
              </a:r>
              <a:r>
                <a:rPr lang="en-US" altLang="zh-CN" sz="4665">
                  <a:solidFill>
                    <a:schemeClr val="accent4">
                      <a:lumMod val="20000"/>
                      <a:lumOff val="80000"/>
                      <a:alpha val="4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Confidential B</a:t>
              </a:r>
              <a:endParaRPr lang="zh-TW" altLang="en-US" sz="4665" dirty="0">
                <a:solidFill>
                  <a:schemeClr val="accent4">
                    <a:lumMod val="20000"/>
                    <a:lumOff val="80000"/>
                    <a:alpha val="4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1" name="文字方塊 2"/>
          <p:cNvSpPr txBox="1"/>
          <p:nvPr userDrawn="1"/>
        </p:nvSpPr>
        <p:spPr>
          <a:xfrm rot="20713314">
            <a:off x="23533" y="328041"/>
            <a:ext cx="7257255" cy="1317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4665" dirty="0">
                <a:solidFill>
                  <a:schemeClr val="accent4">
                    <a:lumMod val="20000"/>
                    <a:lumOff val="80000"/>
                    <a:alpha val="16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AVARY Confidential B</a:t>
            </a:r>
            <a:endParaRPr lang="zh-TW" altLang="en-US" sz="4665" dirty="0">
              <a:solidFill>
                <a:schemeClr val="accent4">
                  <a:lumMod val="20000"/>
                  <a:lumOff val="80000"/>
                  <a:alpha val="16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字方塊 2"/>
          <p:cNvSpPr txBox="1"/>
          <p:nvPr userDrawn="1"/>
        </p:nvSpPr>
        <p:spPr>
          <a:xfrm rot="20713314">
            <a:off x="186091" y="1805528"/>
            <a:ext cx="7257255" cy="1317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4665" dirty="0">
                <a:solidFill>
                  <a:schemeClr val="accent4">
                    <a:lumMod val="20000"/>
                    <a:lumOff val="80000"/>
                    <a:alpha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AVARY Confidential C</a:t>
            </a:r>
            <a:endParaRPr lang="zh-TW" altLang="en-US" sz="4665" dirty="0">
              <a:solidFill>
                <a:schemeClr val="accent4">
                  <a:lumMod val="20000"/>
                  <a:lumOff val="80000"/>
                  <a:alpha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字方塊 17"/>
          <p:cNvSpPr txBox="1"/>
          <p:nvPr userDrawn="1"/>
        </p:nvSpPr>
        <p:spPr>
          <a:xfrm>
            <a:off x="11269517" y="75978"/>
            <a:ext cx="922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230808</a:t>
            </a:r>
          </a:p>
        </p:txBody>
      </p:sp>
      <p:sp>
        <p:nvSpPr>
          <p:cNvPr id="20" name="投影片編號版面配置區 9"/>
          <p:cNvSpPr txBox="1"/>
          <p:nvPr userDrawn="1"/>
        </p:nvSpPr>
        <p:spPr>
          <a:xfrm>
            <a:off x="9425859" y="6583589"/>
            <a:ext cx="2844800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5B2B42B-D7F9-40DC-B363-34F04777E5CF}" type="slidenum">
              <a:rPr lang="zh-TW" altLang="en-US" sz="1065" smtClean="0">
                <a:solidFill>
                  <a:srgbClr val="000000">
                    <a:tint val="75000"/>
                  </a:srgbClr>
                </a:solidFill>
                <a:latin typeface="+mn-lt"/>
              </a:rPr>
              <a:t>‹#›</a:t>
            </a:fld>
            <a:endParaRPr lang="zh-TW" altLang="en-US" sz="1065" dirty="0">
              <a:solidFill>
                <a:srgbClr val="000000">
                  <a:tint val="75000"/>
                </a:srgbClr>
              </a:solidFill>
              <a:latin typeface="+mn-lt"/>
            </a:endParaRPr>
          </a:p>
        </p:txBody>
      </p:sp>
      <p:pic>
        <p:nvPicPr>
          <p:cNvPr id="19" name="圖片 18" descr="鹏鼎LOGO+字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25735" y="103948"/>
            <a:ext cx="1535188" cy="403985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未命名-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2701"/>
            <a:ext cx="12192000" cy="6845300"/>
          </a:xfrm>
          <a:prstGeom prst="rect">
            <a:avLst/>
          </a:prstGeom>
        </p:spPr>
      </p:pic>
      <p:sp>
        <p:nvSpPr>
          <p:cNvPr id="7" name="标题 5"/>
          <p:cNvSpPr>
            <a:spLocks noGrp="1"/>
          </p:cNvSpPr>
          <p:nvPr>
            <p:ph type="title"/>
          </p:nvPr>
        </p:nvSpPr>
        <p:spPr>
          <a:xfrm>
            <a:off x="1828800" y="9"/>
            <a:ext cx="9691688" cy="644055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10"/>
          </p:nvPr>
        </p:nvSpPr>
        <p:spPr>
          <a:xfrm>
            <a:off x="5401732" y="6637266"/>
            <a:ext cx="1388536" cy="206381"/>
          </a:xfrm>
        </p:spPr>
        <p:txBody>
          <a:bodyPr/>
          <a:lstStyle/>
          <a:p>
            <a:fld id="{6489D9C7-5DC6-4263-87FF-7C99F6FB63C3}" type="datetime1">
              <a:rPr lang="zh-CN" altLang="en-US" smtClean="0">
                <a:solidFill>
                  <a:srgbClr val="000000">
                    <a:lumMod val="50000"/>
                    <a:lumOff val="50000"/>
                  </a:srgbClr>
                </a:solidFill>
              </a:rPr>
              <a:t>2026/4/15</a:t>
            </a:fld>
            <a:endParaRPr lang="zh-CN" altLang="en-US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11" name="圖片 10" descr="鹏鼎LOGO+字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4505" y="114308"/>
            <a:ext cx="1527640" cy="37739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2" name="文字方塊 2"/>
          <p:cNvSpPr txBox="1"/>
          <p:nvPr userDrawn="1"/>
        </p:nvSpPr>
        <p:spPr>
          <a:xfrm>
            <a:off x="47328" y="6525346"/>
            <a:ext cx="2732021" cy="303628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65" b="1" i="1" dirty="0">
                <a:solidFill>
                  <a:srgbClr val="FF0000"/>
                </a:solidFill>
                <a:cs typeface="Arial" panose="020B0604020202020204" pitchFamily="34" charset="0"/>
              </a:rPr>
              <a:t>AVARY Confidential B</a:t>
            </a:r>
            <a:endParaRPr lang="zh-TW" altLang="en-US" sz="1865" b="1" i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21" name="文字方塊 2"/>
          <p:cNvSpPr txBox="1"/>
          <p:nvPr userDrawn="1"/>
        </p:nvSpPr>
        <p:spPr>
          <a:xfrm rot="20713314">
            <a:off x="23533" y="328041"/>
            <a:ext cx="7257255" cy="1317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665" dirty="0">
                <a:solidFill>
                  <a:srgbClr val="8C8C8C">
                    <a:lumMod val="20000"/>
                    <a:lumOff val="80000"/>
                    <a:alpha val="16000"/>
                  </a:srgbClr>
                </a:solidFill>
                <a:cs typeface="Arial" panose="020B0604020202020204" pitchFamily="34" charset="0"/>
              </a:rPr>
              <a:t>AVARY Confidential B</a:t>
            </a:r>
            <a:endParaRPr lang="zh-TW" altLang="en-US" sz="4665" dirty="0">
              <a:solidFill>
                <a:srgbClr val="8C8C8C">
                  <a:lumMod val="20000"/>
                  <a:lumOff val="80000"/>
                  <a:alpha val="16000"/>
                </a:srgbClr>
              </a:solidFill>
              <a:cs typeface="Arial" panose="020B0604020202020204" pitchFamily="34" charset="0"/>
            </a:endParaRPr>
          </a:p>
        </p:txBody>
      </p:sp>
      <p:sp>
        <p:nvSpPr>
          <p:cNvPr id="33" name="文字方塊 2"/>
          <p:cNvSpPr txBox="1"/>
          <p:nvPr userDrawn="1"/>
        </p:nvSpPr>
        <p:spPr>
          <a:xfrm rot="20713314">
            <a:off x="186091" y="1805528"/>
            <a:ext cx="7257255" cy="1317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665" dirty="0">
                <a:solidFill>
                  <a:srgbClr val="8C8C8C">
                    <a:lumMod val="20000"/>
                    <a:lumOff val="80000"/>
                    <a:alpha val="5000"/>
                  </a:srgbClr>
                </a:solidFill>
                <a:cs typeface="Arial" panose="020B0604020202020204" pitchFamily="34" charset="0"/>
              </a:rPr>
              <a:t>AVARY Confidential C</a:t>
            </a:r>
            <a:endParaRPr lang="zh-TW" altLang="en-US" sz="4665" dirty="0">
              <a:solidFill>
                <a:srgbClr val="8C8C8C">
                  <a:lumMod val="20000"/>
                  <a:lumOff val="80000"/>
                  <a:alpha val="5000"/>
                </a:srgbClr>
              </a:solidFill>
              <a:cs typeface="Arial" panose="020B0604020202020204" pitchFamily="34" charset="0"/>
            </a:endParaRPr>
          </a:p>
        </p:txBody>
      </p:sp>
      <p:sp>
        <p:nvSpPr>
          <p:cNvPr id="20" name="文字方塊 19"/>
          <p:cNvSpPr txBox="1"/>
          <p:nvPr userDrawn="1"/>
        </p:nvSpPr>
        <p:spPr>
          <a:xfrm>
            <a:off x="10502902" y="0"/>
            <a:ext cx="1689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230808</a:t>
            </a:r>
          </a:p>
        </p:txBody>
      </p:sp>
      <p:sp>
        <p:nvSpPr>
          <p:cNvPr id="12" name="投影片編號版面配置區 9"/>
          <p:cNvSpPr txBox="1"/>
          <p:nvPr userDrawn="1"/>
        </p:nvSpPr>
        <p:spPr>
          <a:xfrm>
            <a:off x="9425859" y="6583589"/>
            <a:ext cx="2844800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5B2B42B-D7F9-40DC-B363-34F04777E5CF}" type="slidenum">
              <a:rPr lang="zh-TW" altLang="en-US" sz="1065" smtClean="0">
                <a:solidFill>
                  <a:srgbClr val="000000">
                    <a:tint val="75000"/>
                  </a:srgbClr>
                </a:solidFill>
                <a:latin typeface="+mn-lt"/>
              </a:rPr>
              <a:t>‹#›</a:t>
            </a:fld>
            <a:endParaRPr lang="zh-TW" altLang="en-US" sz="1065" dirty="0">
              <a:solidFill>
                <a:srgbClr val="000000">
                  <a:tint val="75000"/>
                </a:srgbClr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未命名-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2701"/>
            <a:ext cx="12192000" cy="6845300"/>
          </a:xfrm>
          <a:prstGeom prst="rect">
            <a:avLst/>
          </a:prstGeom>
        </p:spPr>
      </p:pic>
      <p:sp>
        <p:nvSpPr>
          <p:cNvPr id="7" name="标题 5"/>
          <p:cNvSpPr>
            <a:spLocks noGrp="1"/>
          </p:cNvSpPr>
          <p:nvPr>
            <p:ph type="title"/>
          </p:nvPr>
        </p:nvSpPr>
        <p:spPr>
          <a:xfrm>
            <a:off x="1828800" y="9"/>
            <a:ext cx="9691688" cy="644055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10"/>
          </p:nvPr>
        </p:nvSpPr>
        <p:spPr>
          <a:xfrm>
            <a:off x="5401732" y="6637266"/>
            <a:ext cx="1388536" cy="206381"/>
          </a:xfrm>
        </p:spPr>
        <p:txBody>
          <a:bodyPr/>
          <a:lstStyle/>
          <a:p>
            <a:r>
              <a:rPr lang="en-US" altLang="zh-CN" dirty="0">
                <a:solidFill>
                  <a:srgbClr val="000000">
                    <a:lumMod val="50000"/>
                    <a:lumOff val="50000"/>
                  </a:srgbClr>
                </a:solidFill>
              </a:rPr>
              <a:t>2025/5/11</a:t>
            </a:r>
            <a:endParaRPr lang="zh-CN" altLang="en-US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11" name="圖片 10" descr="鹏鼎LOGO+字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4505" y="114308"/>
            <a:ext cx="1527640" cy="37739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2" name="文字方塊 2"/>
          <p:cNvSpPr txBox="1"/>
          <p:nvPr userDrawn="1"/>
        </p:nvSpPr>
        <p:spPr>
          <a:xfrm>
            <a:off x="47328" y="6525346"/>
            <a:ext cx="2732021" cy="303628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65" b="1" i="1" dirty="0">
                <a:solidFill>
                  <a:srgbClr val="FF0000"/>
                </a:solidFill>
                <a:cs typeface="Arial" panose="020B0604020202020204" pitchFamily="34" charset="0"/>
              </a:rPr>
              <a:t>AVARY Confidential B</a:t>
            </a:r>
            <a:endParaRPr lang="zh-TW" altLang="en-US" sz="1865" b="1" i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21" name="文字方塊 2"/>
          <p:cNvSpPr txBox="1"/>
          <p:nvPr userDrawn="1"/>
        </p:nvSpPr>
        <p:spPr>
          <a:xfrm rot="20713314">
            <a:off x="23533" y="328041"/>
            <a:ext cx="7257255" cy="1317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665" dirty="0">
                <a:solidFill>
                  <a:srgbClr val="8C8C8C">
                    <a:lumMod val="20000"/>
                    <a:lumOff val="80000"/>
                    <a:alpha val="16000"/>
                  </a:srgbClr>
                </a:solidFill>
                <a:cs typeface="Arial" panose="020B0604020202020204" pitchFamily="34" charset="0"/>
              </a:rPr>
              <a:t>AVARY Confidential B</a:t>
            </a:r>
            <a:endParaRPr lang="zh-TW" altLang="en-US" sz="4665" dirty="0">
              <a:solidFill>
                <a:srgbClr val="8C8C8C">
                  <a:lumMod val="20000"/>
                  <a:lumOff val="80000"/>
                  <a:alpha val="16000"/>
                </a:srgbClr>
              </a:solidFill>
              <a:cs typeface="Arial" panose="020B0604020202020204" pitchFamily="34" charset="0"/>
            </a:endParaRPr>
          </a:p>
        </p:txBody>
      </p:sp>
      <p:sp>
        <p:nvSpPr>
          <p:cNvPr id="33" name="文字方塊 2"/>
          <p:cNvSpPr txBox="1"/>
          <p:nvPr userDrawn="1"/>
        </p:nvSpPr>
        <p:spPr>
          <a:xfrm rot="20713314">
            <a:off x="186091" y="1805528"/>
            <a:ext cx="7257255" cy="1317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665" dirty="0">
                <a:solidFill>
                  <a:srgbClr val="8C8C8C">
                    <a:lumMod val="20000"/>
                    <a:lumOff val="80000"/>
                    <a:alpha val="5000"/>
                  </a:srgbClr>
                </a:solidFill>
                <a:cs typeface="Arial" panose="020B0604020202020204" pitchFamily="34" charset="0"/>
              </a:rPr>
              <a:t>AVARY Confidential C</a:t>
            </a:r>
            <a:endParaRPr lang="zh-TW" altLang="en-US" sz="4665" dirty="0">
              <a:solidFill>
                <a:srgbClr val="8C8C8C">
                  <a:lumMod val="20000"/>
                  <a:lumOff val="80000"/>
                  <a:alpha val="5000"/>
                </a:srgbClr>
              </a:solidFill>
              <a:cs typeface="Arial" panose="020B0604020202020204" pitchFamily="34" charset="0"/>
            </a:endParaRPr>
          </a:p>
        </p:txBody>
      </p:sp>
      <p:sp>
        <p:nvSpPr>
          <p:cNvPr id="20" name="文字方塊 19"/>
          <p:cNvSpPr txBox="1"/>
          <p:nvPr userDrawn="1"/>
        </p:nvSpPr>
        <p:spPr>
          <a:xfrm>
            <a:off x="10502902" y="0"/>
            <a:ext cx="16891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135" b="1" dirty="0">
                <a:solidFill>
                  <a:srgbClr val="FFFFFF"/>
                </a:solidFill>
                <a:ea typeface="標楷體" panose="03000509000000000000" pitchFamily="65" charset="-120"/>
                <a:cs typeface="Arial" panose="020B0604020202020204" pitchFamily="34" charset="0"/>
              </a:rPr>
              <a:t>230808</a:t>
            </a:r>
            <a:endParaRPr lang="zh-TW" altLang="en-US" sz="2135" b="1" dirty="0">
              <a:solidFill>
                <a:srgbClr val="FFFFFF"/>
              </a:solidFill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12" name="投影片編號版面配置區 9"/>
          <p:cNvSpPr txBox="1"/>
          <p:nvPr userDrawn="1"/>
        </p:nvSpPr>
        <p:spPr>
          <a:xfrm>
            <a:off x="9425859" y="6583589"/>
            <a:ext cx="2844800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5B2B42B-D7F9-40DC-B363-34F04777E5CF}" type="slidenum">
              <a:rPr lang="zh-TW" altLang="en-US" sz="1065" smtClean="0">
                <a:solidFill>
                  <a:srgbClr val="000000">
                    <a:tint val="75000"/>
                  </a:srgbClr>
                </a:solidFill>
                <a:latin typeface="+mn-lt"/>
              </a:rPr>
              <a:t>‹#›</a:t>
            </a:fld>
            <a:endParaRPr lang="zh-TW" altLang="en-US" sz="1065" dirty="0">
              <a:solidFill>
                <a:srgbClr val="000000">
                  <a:tint val="75000"/>
                </a:srgbClr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/>
        </p:nvSpPr>
        <p:spPr>
          <a:xfrm>
            <a:off x="0" y="16"/>
            <a:ext cx="12192000" cy="6857984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2459817" y="2094886"/>
            <a:ext cx="5426076" cy="162150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2459818" y="4415411"/>
            <a:ext cx="5426076" cy="310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6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459819" y="4104852"/>
            <a:ext cx="5426076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pic>
        <p:nvPicPr>
          <p:cNvPr id="14" name="圖片 13" descr="style3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667222" y="2786333"/>
            <a:ext cx="5524781" cy="4071668"/>
          </a:xfrm>
          <a:prstGeom prst="rect">
            <a:avLst/>
          </a:prstGeom>
        </p:spPr>
      </p:pic>
      <p:sp>
        <p:nvSpPr>
          <p:cNvPr id="25" name="文字方塊 2"/>
          <p:cNvSpPr txBox="1"/>
          <p:nvPr userDrawn="1"/>
        </p:nvSpPr>
        <p:spPr>
          <a:xfrm>
            <a:off x="47328" y="6525346"/>
            <a:ext cx="2732021" cy="303628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65" b="1" i="1" dirty="0">
                <a:solidFill>
                  <a:srgbClr val="FF0000"/>
                </a:solidFill>
                <a:cs typeface="Arial" panose="020B0604020202020204" pitchFamily="34" charset="0"/>
              </a:rPr>
              <a:t>AVARY Confidential B</a:t>
            </a:r>
            <a:endParaRPr lang="zh-TW" altLang="en-US" sz="1865" b="1" i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26" name="群組 25"/>
          <p:cNvGrpSpPr/>
          <p:nvPr userDrawn="1"/>
        </p:nvGrpSpPr>
        <p:grpSpPr>
          <a:xfrm>
            <a:off x="-40695" y="431088"/>
            <a:ext cx="13713557" cy="6067832"/>
            <a:chOff x="-30524" y="431088"/>
            <a:chExt cx="10285168" cy="6067832"/>
          </a:xfrm>
        </p:grpSpPr>
        <p:sp>
          <p:nvSpPr>
            <p:cNvPr id="27" name="文字方塊 2"/>
            <p:cNvSpPr txBox="1"/>
            <p:nvPr userDrawn="1"/>
          </p:nvSpPr>
          <p:spPr>
            <a:xfrm rot="20713314">
              <a:off x="4600216" y="5158068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4665" dirty="0">
                  <a:solidFill>
                    <a:srgbClr val="8C8C8C">
                      <a:lumMod val="20000"/>
                      <a:lumOff val="80000"/>
                      <a:alpha val="5000"/>
                    </a:srgbClr>
                  </a:solidFill>
                  <a:cs typeface="Arial" panose="020B0604020202020204" pitchFamily="34" charset="0"/>
                </a:rPr>
                <a:t>AVARY Confidential B</a:t>
              </a:r>
              <a:endParaRPr lang="zh-TW" altLang="en-US" sz="4665" dirty="0">
                <a:solidFill>
                  <a:srgbClr val="8C8C8C">
                    <a:lumMod val="20000"/>
                    <a:lumOff val="80000"/>
                    <a:alpha val="5000"/>
                  </a:srgb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8" name="文字方塊 2"/>
            <p:cNvSpPr txBox="1"/>
            <p:nvPr userDrawn="1"/>
          </p:nvSpPr>
          <p:spPr>
            <a:xfrm rot="20713314">
              <a:off x="113492" y="5181514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4665" dirty="0">
                  <a:solidFill>
                    <a:srgbClr val="8C8C8C">
                      <a:lumMod val="20000"/>
                      <a:lumOff val="80000"/>
                      <a:alpha val="5000"/>
                    </a:srgbClr>
                  </a:solidFill>
                  <a:cs typeface="Arial" panose="020B0604020202020204" pitchFamily="34" charset="0"/>
                </a:rPr>
                <a:t>AVARY Confidential B</a:t>
              </a:r>
              <a:endParaRPr lang="zh-TW" altLang="en-US" sz="4665" dirty="0">
                <a:solidFill>
                  <a:srgbClr val="8C8C8C">
                    <a:lumMod val="20000"/>
                    <a:lumOff val="80000"/>
                    <a:alpha val="5000"/>
                  </a:srgb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9" name="文字方塊 2"/>
            <p:cNvSpPr txBox="1"/>
            <p:nvPr userDrawn="1"/>
          </p:nvSpPr>
          <p:spPr>
            <a:xfrm rot="20713314">
              <a:off x="4794012" y="3885370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4665" dirty="0">
                  <a:solidFill>
                    <a:srgbClr val="8C8C8C">
                      <a:lumMod val="20000"/>
                      <a:lumOff val="80000"/>
                      <a:alpha val="5000"/>
                    </a:srgbClr>
                  </a:solidFill>
                  <a:cs typeface="Arial" panose="020B0604020202020204" pitchFamily="34" charset="0"/>
                </a:rPr>
                <a:t>AVARY Confidential B</a:t>
              </a:r>
              <a:endParaRPr lang="zh-TW" altLang="en-US" sz="4665" dirty="0">
                <a:solidFill>
                  <a:srgbClr val="8C8C8C">
                    <a:lumMod val="20000"/>
                    <a:lumOff val="80000"/>
                    <a:alpha val="5000"/>
                  </a:srgb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" name="文字方塊 2"/>
            <p:cNvSpPr txBox="1"/>
            <p:nvPr userDrawn="1"/>
          </p:nvSpPr>
          <p:spPr>
            <a:xfrm rot="20713314">
              <a:off x="-30524" y="4101394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4665" dirty="0">
                  <a:solidFill>
                    <a:srgbClr val="8C8C8C">
                      <a:lumMod val="20000"/>
                      <a:lumOff val="80000"/>
                      <a:alpha val="5000"/>
                    </a:srgbClr>
                  </a:solidFill>
                  <a:cs typeface="Arial" panose="020B0604020202020204" pitchFamily="34" charset="0"/>
                </a:rPr>
                <a:t>AVARY Confidential B</a:t>
              </a:r>
              <a:endParaRPr lang="zh-TW" altLang="en-US" sz="4665" dirty="0">
                <a:solidFill>
                  <a:srgbClr val="8C8C8C">
                    <a:lumMod val="20000"/>
                    <a:lumOff val="80000"/>
                    <a:alpha val="5000"/>
                  </a:srgb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" name="文字方塊 2"/>
            <p:cNvSpPr txBox="1"/>
            <p:nvPr userDrawn="1"/>
          </p:nvSpPr>
          <p:spPr>
            <a:xfrm rot="20713314">
              <a:off x="4794012" y="2807352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4665" dirty="0">
                  <a:solidFill>
                    <a:srgbClr val="8C8C8C">
                      <a:lumMod val="20000"/>
                      <a:lumOff val="80000"/>
                      <a:alpha val="5000"/>
                    </a:srgbClr>
                  </a:solidFill>
                  <a:cs typeface="Arial" panose="020B0604020202020204" pitchFamily="34" charset="0"/>
                </a:rPr>
                <a:t>AVARY Confidential B</a:t>
              </a:r>
              <a:endParaRPr lang="zh-TW" altLang="en-US" sz="4665" dirty="0">
                <a:solidFill>
                  <a:srgbClr val="8C8C8C">
                    <a:lumMod val="20000"/>
                    <a:lumOff val="80000"/>
                    <a:alpha val="5000"/>
                  </a:srgb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2" name="文字方塊 2"/>
            <p:cNvSpPr txBox="1"/>
            <p:nvPr userDrawn="1"/>
          </p:nvSpPr>
          <p:spPr>
            <a:xfrm rot="20713314">
              <a:off x="77996" y="2951368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4665" dirty="0">
                  <a:solidFill>
                    <a:srgbClr val="8C8C8C">
                      <a:lumMod val="20000"/>
                      <a:lumOff val="80000"/>
                      <a:alpha val="5000"/>
                    </a:srgbClr>
                  </a:solidFill>
                  <a:cs typeface="Arial" panose="020B0604020202020204" pitchFamily="34" charset="0"/>
                </a:rPr>
                <a:t>AVARY Confidential B</a:t>
              </a:r>
              <a:endParaRPr lang="zh-TW" altLang="en-US" sz="4665" dirty="0">
                <a:solidFill>
                  <a:srgbClr val="8C8C8C">
                    <a:lumMod val="20000"/>
                    <a:lumOff val="80000"/>
                    <a:alpha val="5000"/>
                  </a:srgb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3" name="文字方塊 2"/>
            <p:cNvSpPr txBox="1"/>
            <p:nvPr userDrawn="1"/>
          </p:nvSpPr>
          <p:spPr>
            <a:xfrm rot="20713314">
              <a:off x="4811703" y="1653122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4665" dirty="0">
                  <a:solidFill>
                    <a:srgbClr val="8C8C8C">
                      <a:lumMod val="20000"/>
                      <a:lumOff val="80000"/>
                      <a:alpha val="5000"/>
                    </a:srgbClr>
                  </a:solidFill>
                  <a:cs typeface="Arial" panose="020B0604020202020204" pitchFamily="34" charset="0"/>
                </a:rPr>
                <a:t>AVARY Confidential B</a:t>
              </a:r>
              <a:endParaRPr lang="zh-TW" altLang="en-US" sz="4665" dirty="0">
                <a:solidFill>
                  <a:srgbClr val="8C8C8C">
                    <a:lumMod val="20000"/>
                    <a:lumOff val="80000"/>
                    <a:alpha val="5000"/>
                  </a:srgb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4" name="文字方塊 2"/>
            <p:cNvSpPr txBox="1"/>
            <p:nvPr userDrawn="1"/>
          </p:nvSpPr>
          <p:spPr>
            <a:xfrm rot="20713314">
              <a:off x="-12833" y="1653122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4665" dirty="0">
                  <a:solidFill>
                    <a:srgbClr val="8C8C8C">
                      <a:lumMod val="20000"/>
                      <a:lumOff val="80000"/>
                      <a:alpha val="5000"/>
                    </a:srgbClr>
                  </a:solidFill>
                  <a:cs typeface="Arial" panose="020B0604020202020204" pitchFamily="34" charset="0"/>
                </a:rPr>
                <a:t>AVARY Confidential B</a:t>
              </a:r>
              <a:endParaRPr lang="zh-TW" altLang="en-US" sz="4665" dirty="0">
                <a:solidFill>
                  <a:srgbClr val="8C8C8C">
                    <a:lumMod val="20000"/>
                    <a:lumOff val="80000"/>
                    <a:alpha val="5000"/>
                  </a:srgb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5" name="文字方塊 2"/>
            <p:cNvSpPr txBox="1"/>
            <p:nvPr userDrawn="1"/>
          </p:nvSpPr>
          <p:spPr>
            <a:xfrm rot="20713314">
              <a:off x="4523671" y="431088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4665" dirty="0">
                  <a:solidFill>
                    <a:srgbClr val="8C8C8C">
                      <a:lumMod val="20000"/>
                      <a:lumOff val="80000"/>
                      <a:alpha val="5000"/>
                    </a:srgbClr>
                  </a:solidFill>
                  <a:cs typeface="Arial" panose="020B0604020202020204" pitchFamily="34" charset="0"/>
                </a:rPr>
                <a:t>AVARY Confidential B</a:t>
              </a:r>
              <a:endParaRPr lang="zh-TW" altLang="en-US" sz="4665" dirty="0">
                <a:solidFill>
                  <a:srgbClr val="8C8C8C">
                    <a:lumMod val="20000"/>
                    <a:lumOff val="80000"/>
                    <a:alpha val="5000"/>
                  </a:srgbClr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0" name="文字方塊 2"/>
          <p:cNvSpPr txBox="1"/>
          <p:nvPr userDrawn="1"/>
        </p:nvSpPr>
        <p:spPr>
          <a:xfrm rot="20713314">
            <a:off x="-30652" y="299010"/>
            <a:ext cx="7257255" cy="1317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665" dirty="0">
                <a:solidFill>
                  <a:srgbClr val="8C8C8C">
                    <a:lumMod val="20000"/>
                    <a:lumOff val="80000"/>
                    <a:alpha val="5000"/>
                  </a:srgbClr>
                </a:solidFill>
                <a:cs typeface="Arial" panose="020B0604020202020204" pitchFamily="34" charset="0"/>
              </a:rPr>
              <a:t>AVARY Confidential B</a:t>
            </a:r>
            <a:endParaRPr lang="zh-TW" altLang="en-US" sz="4665" dirty="0">
              <a:solidFill>
                <a:srgbClr val="8C8C8C">
                  <a:lumMod val="20000"/>
                  <a:lumOff val="80000"/>
                  <a:alpha val="5000"/>
                </a:srgbClr>
              </a:solidFill>
              <a:cs typeface="Arial" panose="020B0604020202020204" pitchFamily="34" charset="0"/>
            </a:endParaRPr>
          </a:p>
        </p:txBody>
      </p:sp>
      <p:sp>
        <p:nvSpPr>
          <p:cNvPr id="21" name="日期占位符 2"/>
          <p:cNvSpPr>
            <a:spLocks noGrp="1"/>
          </p:cNvSpPr>
          <p:nvPr>
            <p:ph type="dt" sz="half" idx="19"/>
          </p:nvPr>
        </p:nvSpPr>
        <p:spPr>
          <a:xfrm>
            <a:off x="5604932" y="6627106"/>
            <a:ext cx="1388536" cy="206381"/>
          </a:xfrm>
        </p:spPr>
        <p:txBody>
          <a:bodyPr/>
          <a:lstStyle/>
          <a:p>
            <a:fld id="{6489D9C7-5DC6-4263-87FF-7C99F6FB63C3}" type="datetime1">
              <a:rPr lang="zh-CN" altLang="en-US" smtClean="0">
                <a:solidFill>
                  <a:srgbClr val="000000">
                    <a:lumMod val="50000"/>
                    <a:lumOff val="50000"/>
                  </a:srgbClr>
                </a:solidFill>
              </a:rPr>
              <a:t>2026/4/15</a:t>
            </a:fld>
            <a:endParaRPr lang="zh-CN" altLang="en-US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22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289180" y="6635733"/>
            <a:ext cx="2909888" cy="206381"/>
          </a:xfrm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 smtClean="0">
                <a:solidFill>
                  <a:srgbClr val="000000">
                    <a:lumMod val="50000"/>
                    <a:lumOff val="50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23" name="圖片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5" y="60807"/>
            <a:ext cx="2382343" cy="56149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備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/>
          <p:cNvSpPr txBox="1"/>
          <p:nvPr/>
        </p:nvSpPr>
        <p:spPr>
          <a:xfrm>
            <a:off x="0" y="1696647"/>
            <a:ext cx="12192000" cy="2426637"/>
          </a:xfrm>
          <a:prstGeom prst="rect">
            <a:avLst/>
          </a:prstGeom>
          <a:solidFill>
            <a:srgbClr val="004182"/>
          </a:solidFill>
          <a:ln>
            <a:noFill/>
          </a:ln>
        </p:spPr>
        <p:txBody>
          <a:bodyPr vert="horz" lIns="91302" tIns="45626" rIns="91302" bIns="45626" rtlCol="0" anchor="ctr">
            <a:norm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000" b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defTabSz="608965"/>
            <a:endParaRPr lang="zh-TW" altLang="en-US" kern="0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9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備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/>
          <p:cNvSpPr txBox="1"/>
          <p:nvPr/>
        </p:nvSpPr>
        <p:spPr>
          <a:xfrm>
            <a:off x="0" y="1696643"/>
            <a:ext cx="12192000" cy="2426637"/>
          </a:xfrm>
          <a:prstGeom prst="rect">
            <a:avLst/>
          </a:prstGeom>
          <a:solidFill>
            <a:srgbClr val="004182"/>
          </a:solidFill>
          <a:ln>
            <a:noFill/>
          </a:ln>
        </p:spPr>
        <p:txBody>
          <a:bodyPr vert="horz" lIns="91302" tIns="45626" rIns="91302" bIns="45626" rtlCol="0" anchor="ctr">
            <a:norm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000" b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defTabSz="608965"/>
            <a:endParaRPr lang="zh-TW" altLang="en-US" kern="0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7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07989" y="318159"/>
            <a:ext cx="11447153" cy="4319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页-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 userDrawn="1"/>
        </p:nvCxnSpPr>
        <p:spPr>
          <a:xfrm>
            <a:off x="0" y="1090841"/>
            <a:ext cx="12192000" cy="0"/>
          </a:xfrm>
          <a:prstGeom prst="line">
            <a:avLst/>
          </a:prstGeom>
          <a:ln w="19050">
            <a:solidFill>
              <a:srgbClr val="C700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5232" y="293520"/>
            <a:ext cx="10868541" cy="78909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2400" b="1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2995" indent="0" algn="ctr">
              <a:buNone/>
              <a:defRPr sz="2075"/>
            </a:lvl5pPr>
            <a:lvl6pPr marL="2966720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3535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29" y="1122479"/>
            <a:ext cx="9143500" cy="2387825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29" y="3602387"/>
            <a:ext cx="9143500" cy="1655919"/>
          </a:xfrm>
        </p:spPr>
        <p:txBody>
          <a:bodyPr/>
          <a:lstStyle>
            <a:lvl1pPr marL="0" indent="0" algn="ctr">
              <a:buNone/>
              <a:defRPr sz="2100"/>
            </a:lvl1pPr>
            <a:lvl2pPr marL="408305" indent="0" algn="ctr">
              <a:buNone/>
              <a:defRPr sz="1800"/>
            </a:lvl2pPr>
            <a:lvl3pPr marL="816610" indent="0" algn="ctr">
              <a:buNone/>
              <a:defRPr sz="1600"/>
            </a:lvl3pPr>
            <a:lvl4pPr marL="1224915" indent="0" algn="ctr">
              <a:buNone/>
              <a:defRPr sz="1400"/>
            </a:lvl4pPr>
            <a:lvl5pPr marL="1632585" indent="0" algn="ctr">
              <a:buNone/>
              <a:defRPr sz="1400"/>
            </a:lvl5pPr>
            <a:lvl6pPr marL="2040890" indent="0" algn="ctr">
              <a:buNone/>
              <a:defRPr sz="1400"/>
            </a:lvl6pPr>
            <a:lvl7pPr marL="2449195" indent="0" algn="ctr">
              <a:buNone/>
              <a:defRPr sz="1400"/>
            </a:lvl7pPr>
            <a:lvl8pPr marL="2857500" indent="0" algn="ctr">
              <a:buNone/>
              <a:defRPr sz="1400"/>
            </a:lvl8pPr>
            <a:lvl9pPr marL="3265805" indent="0" algn="ctr">
              <a:buNone/>
              <a:defRPr sz="1400"/>
            </a:lvl9pPr>
          </a:lstStyle>
          <a:p>
            <a:r>
              <a:rPr lang="zh-TW" altLang="en-US"/>
              <a:t>按一下以編輯母片副標題樣式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5738" y="1512876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35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915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35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4pPr>
            <a:lvl5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216" y="1843092"/>
            <a:ext cx="10118107" cy="3013725"/>
          </a:xfrm>
          <a:prstGeom prst="rect">
            <a:avLst/>
          </a:prstGeom>
        </p:spPr>
        <p:txBody>
          <a:bodyPr tIns="90000" bIns="90000"/>
          <a:lstStyle>
            <a:lvl1pPr marL="412115" indent="-398145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>
                    <a:lumMod val="90000"/>
                    <a:lumOff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115" indent="-398145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07988" y="318158"/>
            <a:ext cx="11447154" cy="4319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长安汽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占位符 1"/>
          <p:cNvSpPr>
            <a:spLocks noGrp="1"/>
          </p:cNvSpPr>
          <p:nvPr>
            <p:ph type="title"/>
          </p:nvPr>
        </p:nvSpPr>
        <p:spPr>
          <a:xfrm>
            <a:off x="407988" y="318158"/>
            <a:ext cx="11447154" cy="4319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6791" y="560818"/>
            <a:ext cx="11125299" cy="64695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lang="en-US" sz="2400" b="1" baseline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lvl="0" indent="0" defTabSz="913765">
              <a:lnSpc>
                <a:spcPts val="3430"/>
              </a:lnSpc>
              <a:spcBef>
                <a:spcPts val="0"/>
              </a:spcBef>
              <a:buFontTx/>
              <a:buNone/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页-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 userDrawn="1"/>
        </p:nvCxnSpPr>
        <p:spPr>
          <a:xfrm>
            <a:off x="1" y="1090841"/>
            <a:ext cx="12192000" cy="0"/>
          </a:xfrm>
          <a:prstGeom prst="line">
            <a:avLst/>
          </a:prstGeom>
          <a:ln w="19050">
            <a:solidFill>
              <a:srgbClr val="C700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5231" y="293520"/>
            <a:ext cx="10868542" cy="78909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2395" b="1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090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75"/>
            </a:lvl4pPr>
            <a:lvl5pPr marL="2372995" indent="0" algn="ctr">
              <a:buNone/>
              <a:defRPr sz="2075"/>
            </a:lvl5pPr>
            <a:lvl6pPr marL="2966085" indent="0" algn="ctr">
              <a:buNone/>
              <a:defRPr sz="2075"/>
            </a:lvl6pPr>
            <a:lvl7pPr marL="3559175" indent="0" algn="ctr">
              <a:buNone/>
              <a:defRPr sz="2075"/>
            </a:lvl7pPr>
            <a:lvl8pPr marL="4152265" indent="0" algn="ctr">
              <a:buNone/>
              <a:defRPr sz="2075"/>
            </a:lvl8pPr>
            <a:lvl9pPr marL="4745355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07987" y="318158"/>
            <a:ext cx="11447154" cy="4319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页-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 userDrawn="1"/>
        </p:nvCxnSpPr>
        <p:spPr>
          <a:xfrm>
            <a:off x="0" y="1090841"/>
            <a:ext cx="12192000" cy="0"/>
          </a:xfrm>
          <a:prstGeom prst="line">
            <a:avLst/>
          </a:prstGeom>
          <a:ln w="19050">
            <a:solidFill>
              <a:srgbClr val="C700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5231" y="293519"/>
            <a:ext cx="10868542" cy="78909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395" b="1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090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79905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6720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3535" indent="0" algn="ctr">
              <a:buNone/>
              <a:defRPr sz="2075"/>
            </a:lvl8pPr>
            <a:lvl9pPr marL="4746625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備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/>
          <p:cNvSpPr txBox="1"/>
          <p:nvPr/>
        </p:nvSpPr>
        <p:spPr>
          <a:xfrm>
            <a:off x="0" y="1696647"/>
            <a:ext cx="12192000" cy="2426637"/>
          </a:xfrm>
          <a:prstGeom prst="rect">
            <a:avLst/>
          </a:prstGeom>
          <a:solidFill>
            <a:srgbClr val="004182"/>
          </a:solidFill>
          <a:ln>
            <a:noFill/>
          </a:ln>
        </p:spPr>
        <p:txBody>
          <a:bodyPr vert="horz" lIns="91302" tIns="45626" rIns="91302" bIns="45626" rtlCol="0" anchor="ctr">
            <a:norm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000" b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defTabSz="608965"/>
            <a:endParaRPr lang="zh-TW" altLang="en-US" kern="0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7535" y="37605"/>
            <a:ext cx="10176934" cy="871537"/>
          </a:xfrm>
          <a:prstGeom prst="rect">
            <a:avLst/>
          </a:prstGeom>
        </p:spPr>
        <p:txBody>
          <a:bodyPr lIns="121759" tIns="60880" rIns="121759" bIns="60880"/>
          <a:lstStyle>
            <a:lvl1pPr marL="0" algn="l" defTabSz="912495" rtl="0" eaLnBrk="1" latinLnBrk="0" hangingPunct="1">
              <a:defRPr lang="zh-CN" altLang="en-US" sz="2800" b="1" kern="1200" dirty="0">
                <a:solidFill>
                  <a:srgbClr val="1D1D1A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9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048385" eaLnBrk="0" hangingPunct="0"/>
            <a:fld id="{263DB197-84B0-484E-9C0F-88358ECCB797}" type="datetimeFigureOut">
              <a:rPr lang="zh-CN" altLang="en-US" sz="2000" smtClean="0">
                <a:solidFill>
                  <a:srgbClr val="000000"/>
                </a:solidFill>
                <a:ea typeface="宋体" pitchFamily="2" charset="-122"/>
              </a:rPr>
              <a:t>2026/4/15</a:t>
            </a:fld>
            <a:endParaRPr lang="zh-CN" altLang="en-US" sz="20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048385" eaLnBrk="0" hangingPunct="0"/>
            <a:endParaRPr lang="zh-CN" altLang="en-US" sz="20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048385" eaLnBrk="0" hangingPunct="0"/>
            <a:fld id="{E077DA78-E013-4A8C-AD75-63A150561B10}" type="slidenum">
              <a:rPr lang="zh-CN" altLang="en-US" sz="2000" smtClean="0">
                <a:solidFill>
                  <a:srgbClr val="000000"/>
                </a:solidFill>
                <a:ea typeface="宋体" pitchFamily="2" charset="-122"/>
              </a:rPr>
              <a:t>‹#›</a:t>
            </a:fld>
            <a:endParaRPr lang="zh-CN" altLang="en-US" sz="2000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2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13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2pPr>
            <a:lvl3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3pPr>
            <a:lvl4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2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13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2pPr>
            <a:lvl3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3pPr>
            <a:lvl4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07533" y="1628790"/>
            <a:ext cx="10176934" cy="4194175"/>
          </a:xfrm>
          <a:prstGeom prst="rect">
            <a:avLst/>
          </a:prstGeom>
        </p:spPr>
        <p:txBody>
          <a:bodyPr lIns="91356" tIns="45681" rIns="91356" bIns="45681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8477099" y="6456192"/>
            <a:ext cx="398825" cy="245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913765" eaLnBrk="0" hangingPunct="0">
              <a:lnSpc>
                <a:spcPct val="85000"/>
              </a:lnSpc>
            </a:pPr>
            <a:r>
              <a:rPr lang="de-DE" altLang="zh-CN" sz="1600" dirty="0">
                <a:solidFill>
                  <a:srgbClr val="000000">
                    <a:lumMod val="65000"/>
                    <a:lumOff val="35000"/>
                  </a:srgbClr>
                </a:solidFill>
                <a:latin typeface="FrutigerNext LT Light" pitchFamily="34" charset="0"/>
                <a:ea typeface="MS PGothic" panose="020B0600070205080204" pitchFamily="34" charset="-128"/>
              </a:rPr>
              <a:t> </a:t>
            </a:r>
            <a:fld id="{A4C34F22-587E-473D-9099-376F4F013A30}" type="slidenum">
              <a:rPr lang="de-DE" altLang="zh-CN" sz="1600">
                <a:solidFill>
                  <a:srgbClr val="000000">
                    <a:lumMod val="65000"/>
                    <a:lumOff val="35000"/>
                  </a:srgbClr>
                </a:solidFill>
                <a:latin typeface="FrutigerNext LT Light" pitchFamily="34" charset="0"/>
                <a:ea typeface="MS PGothic" panose="020B0600070205080204" pitchFamily="34" charset="-128"/>
              </a:rPr>
              <a:t>‹#›</a:t>
            </a:fld>
            <a:endParaRPr lang="en-GB" altLang="zh-CN" sz="1600" dirty="0">
              <a:solidFill>
                <a:srgbClr val="000000">
                  <a:lumMod val="65000"/>
                  <a:lumOff val="35000"/>
                </a:srgbClr>
              </a:solidFill>
              <a:latin typeface="FrutigerNext LT Light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1007533" y="325971"/>
            <a:ext cx="10176934" cy="872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0025" rIns="80052" bIns="40025" numCol="1" anchor="ctr" anchorCtr="0" compatLnSpc="1"/>
          <a:lstStyle>
            <a:lvl1pPr>
              <a:defRPr sz="4265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31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090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75"/>
            </a:lvl4pPr>
            <a:lvl5pPr marL="2372995" indent="0" algn="ctr">
              <a:buNone/>
              <a:defRPr sz="2075"/>
            </a:lvl5pPr>
            <a:lvl6pPr marL="2966085" indent="0" algn="ctr">
              <a:buNone/>
              <a:defRPr sz="2075"/>
            </a:lvl6pPr>
            <a:lvl7pPr marL="3559175" indent="0" algn="ctr">
              <a:buNone/>
              <a:defRPr sz="2075"/>
            </a:lvl7pPr>
            <a:lvl8pPr marL="4152265" indent="0" algn="ctr">
              <a:buNone/>
              <a:defRPr sz="2075"/>
            </a:lvl8pPr>
            <a:lvl9pPr marL="4745355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3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6500" algn="ctr"/>
              </a:tabLst>
              <a:defRPr sz="17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2pPr>
            <a:lvl3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3pPr>
            <a:lvl4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08851" y="170350"/>
            <a:ext cx="11230845" cy="935887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21793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3195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endParaRPr lang="en-US" altLang="zh-CN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5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5"/>
            <a:ext cx="10736446" cy="9934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31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090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75"/>
            </a:lvl4pPr>
            <a:lvl5pPr marL="2372995" indent="0" algn="ctr">
              <a:buNone/>
              <a:defRPr sz="2075"/>
            </a:lvl5pPr>
            <a:lvl6pPr marL="2966085" indent="0" algn="ctr">
              <a:buNone/>
              <a:defRPr sz="2075"/>
            </a:lvl6pPr>
            <a:lvl7pPr marL="3559175" indent="0" algn="ctr">
              <a:buNone/>
              <a:defRPr sz="2075"/>
            </a:lvl7pPr>
            <a:lvl8pPr marL="4152265" indent="0" algn="ctr">
              <a:buNone/>
              <a:defRPr sz="2075"/>
            </a:lvl8pPr>
            <a:lvl9pPr marL="4745355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3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6500" algn="ctr"/>
              </a:tabLst>
              <a:defRPr sz="17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2pPr>
            <a:lvl3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3pPr>
            <a:lvl4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1012843" y="6419239"/>
            <a:ext cx="1244638" cy="239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74015"/>
            <a:r>
              <a:rPr lang="en-US" sz="960" dirty="0">
                <a:solidFill>
                  <a:srgbClr val="FFFFFF"/>
                </a:solidFill>
                <a:cs typeface="Arial" panose="020B0604020202020204" pitchFamily="34" charset="0"/>
              </a:rPr>
              <a:t>Huawei Confidential</a:t>
            </a: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4992" y="163526"/>
            <a:ext cx="10736446" cy="750874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31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090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75"/>
            </a:lvl4pPr>
            <a:lvl5pPr marL="2372995" indent="0" algn="ctr">
              <a:buNone/>
              <a:defRPr sz="2075"/>
            </a:lvl5pPr>
            <a:lvl6pPr marL="2966085" indent="0" algn="ctr">
              <a:buNone/>
              <a:defRPr sz="2075"/>
            </a:lvl6pPr>
            <a:lvl7pPr marL="3559175" indent="0" algn="ctr">
              <a:buNone/>
              <a:defRPr sz="2075"/>
            </a:lvl7pPr>
            <a:lvl8pPr marL="4152265" indent="0" algn="ctr">
              <a:buNone/>
              <a:defRPr sz="2075"/>
            </a:lvl8pPr>
            <a:lvl9pPr marL="4745355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2" y="1501993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650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2pPr>
            <a:lvl3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3pPr>
            <a:lvl4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en-US" altLang="zh-CN" dirty="0"/>
              <a:t>Ari</a:t>
            </a:r>
            <a:endParaRPr 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1" y="1175656"/>
            <a:ext cx="10729364" cy="4894881"/>
          </a:xfrm>
          <a:prstGeom prst="rect">
            <a:avLst/>
          </a:prstGeom>
        </p:spPr>
        <p:txBody>
          <a:bodyPr lIns="0" tIns="0" rIns="0" bIns="0"/>
          <a:lstStyle>
            <a:lvl1pPr marL="12700" indent="0">
              <a:lnSpc>
                <a:spcPts val="2165"/>
              </a:lnSpc>
              <a:spcBef>
                <a:spcPts val="0"/>
              </a:spcBef>
              <a:buFontTx/>
              <a:buNone/>
              <a:tabLst>
                <a:tab pos="1210310" algn="ctr"/>
              </a:tabLst>
              <a:defRPr sz="1805" baseline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7050" indent="-171450">
              <a:buFont typeface="Arial" panose="020B0604020202020204" pitchFamily="34" charset="0"/>
              <a:buChar char="•"/>
              <a:tabLst>
                <a:tab pos="1210310" algn="ctr"/>
              </a:tabLst>
              <a:defRPr sz="1300" baseline="0"/>
            </a:lvl2pPr>
            <a:lvl3pPr marL="527050" indent="-171450">
              <a:buFont typeface="Arial" panose="020B0604020202020204" pitchFamily="34" charset="0"/>
              <a:buChar char="•"/>
              <a:tabLst>
                <a:tab pos="1210310" algn="ctr"/>
              </a:tabLst>
              <a:defRPr sz="1300" baseline="0"/>
            </a:lvl3pPr>
            <a:lvl4pPr marL="527050" indent="-171450">
              <a:buFont typeface="Arial" panose="020B0604020202020204" pitchFamily="34" charset="0"/>
              <a:buChar char="•"/>
              <a:tabLst>
                <a:tab pos="1210310" algn="ctr"/>
              </a:tabLst>
              <a:defRPr sz="1300" baseline="0"/>
            </a:lvl4pPr>
            <a:lvl5pPr marL="527050" indent="-171450">
              <a:buFont typeface="Arial" panose="020B0604020202020204" pitchFamily="34" charset="0"/>
              <a:buChar char="•"/>
              <a:tabLst>
                <a:tab pos="1210310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7"/>
            <a:ext cx="10736446" cy="601957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391226" y="6450939"/>
            <a:ext cx="1255517" cy="274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2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13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2pPr>
            <a:lvl3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3pPr>
            <a:lvl4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2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13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2pPr>
            <a:lvl3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3pPr>
            <a:lvl4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07533" y="1628790"/>
            <a:ext cx="10176934" cy="4194175"/>
          </a:xfrm>
          <a:prstGeom prst="rect">
            <a:avLst/>
          </a:prstGeom>
        </p:spPr>
        <p:txBody>
          <a:bodyPr lIns="91356" tIns="45681" rIns="91356" bIns="45681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8477099" y="6456192"/>
            <a:ext cx="398825" cy="245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913765" eaLnBrk="0" hangingPunct="0">
              <a:lnSpc>
                <a:spcPct val="85000"/>
              </a:lnSpc>
            </a:pPr>
            <a:r>
              <a:rPr lang="de-DE" altLang="zh-CN" sz="1600" dirty="0">
                <a:solidFill>
                  <a:srgbClr val="000000">
                    <a:lumMod val="65000"/>
                    <a:lumOff val="35000"/>
                  </a:srgbClr>
                </a:solidFill>
                <a:latin typeface="FrutigerNext LT Light" pitchFamily="34" charset="0"/>
                <a:ea typeface="MS PGothic" panose="020B0600070205080204" pitchFamily="34" charset="-128"/>
              </a:rPr>
              <a:t> </a:t>
            </a:r>
            <a:fld id="{A4C34F22-587E-473D-9099-376F4F013A30}" type="slidenum">
              <a:rPr lang="de-DE" altLang="zh-CN" sz="1600">
                <a:solidFill>
                  <a:srgbClr val="000000">
                    <a:lumMod val="65000"/>
                    <a:lumOff val="35000"/>
                  </a:srgbClr>
                </a:solidFill>
                <a:latin typeface="FrutigerNext LT Light" pitchFamily="34" charset="0"/>
                <a:ea typeface="MS PGothic" panose="020B0600070205080204" pitchFamily="34" charset="-128"/>
              </a:rPr>
              <a:t>‹#›</a:t>
            </a:fld>
            <a:endParaRPr lang="en-GB" altLang="zh-CN" sz="1600" dirty="0">
              <a:solidFill>
                <a:srgbClr val="000000">
                  <a:lumMod val="65000"/>
                  <a:lumOff val="35000"/>
                </a:srgbClr>
              </a:solidFill>
              <a:latin typeface="FrutigerNext LT Light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1007533" y="325971"/>
            <a:ext cx="10176934" cy="872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0025" rIns="80052" bIns="40025" numCol="1" anchor="ctr" anchorCtr="0" compatLnSpc="1"/>
          <a:lstStyle>
            <a:lvl1pPr>
              <a:defRPr sz="4265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31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090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75"/>
            </a:lvl4pPr>
            <a:lvl5pPr marL="2372995" indent="0" algn="ctr">
              <a:buNone/>
              <a:defRPr sz="2075"/>
            </a:lvl5pPr>
            <a:lvl6pPr marL="2966085" indent="0" algn="ctr">
              <a:buNone/>
              <a:defRPr sz="2075"/>
            </a:lvl6pPr>
            <a:lvl7pPr marL="3559175" indent="0" algn="ctr">
              <a:buNone/>
              <a:defRPr sz="2075"/>
            </a:lvl7pPr>
            <a:lvl8pPr marL="4152265" indent="0" algn="ctr">
              <a:buNone/>
              <a:defRPr sz="2075"/>
            </a:lvl8pPr>
            <a:lvl9pPr marL="4745355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3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6500" algn="ctr"/>
              </a:tabLst>
              <a:defRPr sz="17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2pPr>
            <a:lvl3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3pPr>
            <a:lvl4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08851" y="170350"/>
            <a:ext cx="11230845" cy="935887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21793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3195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endParaRPr lang="en-US" altLang="zh-CN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5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5"/>
            <a:ext cx="10736446" cy="9934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31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090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75"/>
            </a:lvl4pPr>
            <a:lvl5pPr marL="2372995" indent="0" algn="ctr">
              <a:buNone/>
              <a:defRPr sz="2075"/>
            </a:lvl5pPr>
            <a:lvl6pPr marL="2966085" indent="0" algn="ctr">
              <a:buNone/>
              <a:defRPr sz="2075"/>
            </a:lvl6pPr>
            <a:lvl7pPr marL="3559175" indent="0" algn="ctr">
              <a:buNone/>
              <a:defRPr sz="2075"/>
            </a:lvl7pPr>
            <a:lvl8pPr marL="4152265" indent="0" algn="ctr">
              <a:buNone/>
              <a:defRPr sz="2075"/>
            </a:lvl8pPr>
            <a:lvl9pPr marL="4745355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3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6500" algn="ctr"/>
              </a:tabLst>
              <a:defRPr sz="17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2pPr>
            <a:lvl3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3pPr>
            <a:lvl4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1012843" y="6419239"/>
            <a:ext cx="1244638" cy="239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74015"/>
            <a:r>
              <a:rPr lang="en-US" sz="960" dirty="0">
                <a:solidFill>
                  <a:srgbClr val="FFFFFF"/>
                </a:solidFill>
                <a:cs typeface="Arial" panose="020B0604020202020204" pitchFamily="34" charset="0"/>
              </a:rPr>
              <a:t>Huawei Confidential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4992" y="163526"/>
            <a:ext cx="10736446" cy="750874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31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090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75"/>
            </a:lvl4pPr>
            <a:lvl5pPr marL="2372995" indent="0" algn="ctr">
              <a:buNone/>
              <a:defRPr sz="2075"/>
            </a:lvl5pPr>
            <a:lvl6pPr marL="2966085" indent="0" algn="ctr">
              <a:buNone/>
              <a:defRPr sz="2075"/>
            </a:lvl6pPr>
            <a:lvl7pPr marL="3559175" indent="0" algn="ctr">
              <a:buNone/>
              <a:defRPr sz="2075"/>
            </a:lvl7pPr>
            <a:lvl8pPr marL="4152265" indent="0" algn="ctr">
              <a:buNone/>
              <a:defRPr sz="2075"/>
            </a:lvl8pPr>
            <a:lvl9pPr marL="4745355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2" y="1501993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650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2pPr>
            <a:lvl3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3pPr>
            <a:lvl4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en-US" altLang="zh-CN" dirty="0"/>
              <a:t>Ari</a:t>
            </a:r>
            <a:endParaRPr 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1" y="1175656"/>
            <a:ext cx="10729364" cy="4894881"/>
          </a:xfrm>
          <a:prstGeom prst="rect">
            <a:avLst/>
          </a:prstGeom>
        </p:spPr>
        <p:txBody>
          <a:bodyPr lIns="0" tIns="0" rIns="0" bIns="0"/>
          <a:lstStyle>
            <a:lvl1pPr marL="12700" indent="0">
              <a:lnSpc>
                <a:spcPts val="2165"/>
              </a:lnSpc>
              <a:spcBef>
                <a:spcPts val="0"/>
              </a:spcBef>
              <a:buFontTx/>
              <a:buNone/>
              <a:tabLst>
                <a:tab pos="1210310" algn="ctr"/>
              </a:tabLst>
              <a:defRPr sz="1805" baseline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7050" indent="-171450">
              <a:buFont typeface="Arial" panose="020B0604020202020204" pitchFamily="34" charset="0"/>
              <a:buChar char="•"/>
              <a:tabLst>
                <a:tab pos="1210310" algn="ctr"/>
              </a:tabLst>
              <a:defRPr sz="1300" baseline="0"/>
            </a:lvl2pPr>
            <a:lvl3pPr marL="527050" indent="-171450">
              <a:buFont typeface="Arial" panose="020B0604020202020204" pitchFamily="34" charset="0"/>
              <a:buChar char="•"/>
              <a:tabLst>
                <a:tab pos="1210310" algn="ctr"/>
              </a:tabLst>
              <a:defRPr sz="1300" baseline="0"/>
            </a:lvl3pPr>
            <a:lvl4pPr marL="527050" indent="-171450">
              <a:buFont typeface="Arial" panose="020B0604020202020204" pitchFamily="34" charset="0"/>
              <a:buChar char="•"/>
              <a:tabLst>
                <a:tab pos="1210310" algn="ctr"/>
              </a:tabLst>
              <a:defRPr sz="1300" baseline="0"/>
            </a:lvl4pPr>
            <a:lvl5pPr marL="527050" indent="-171450">
              <a:buFont typeface="Arial" panose="020B0604020202020204" pitchFamily="34" charset="0"/>
              <a:buChar char="•"/>
              <a:tabLst>
                <a:tab pos="1210310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7"/>
            <a:ext cx="10736446" cy="601957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391226" y="6450939"/>
            <a:ext cx="1255517" cy="274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2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13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2pPr>
            <a:lvl3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3pPr>
            <a:lvl4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2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13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2pPr>
            <a:lvl3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3pPr>
            <a:lvl4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07533" y="1628790"/>
            <a:ext cx="10176934" cy="4194175"/>
          </a:xfrm>
          <a:prstGeom prst="rect">
            <a:avLst/>
          </a:prstGeom>
        </p:spPr>
        <p:txBody>
          <a:bodyPr lIns="91356" tIns="45681" rIns="91356" bIns="45681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8477099" y="6456192"/>
            <a:ext cx="398825" cy="245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913765" eaLnBrk="0" hangingPunct="0">
              <a:lnSpc>
                <a:spcPct val="85000"/>
              </a:lnSpc>
            </a:pPr>
            <a:r>
              <a:rPr lang="de-DE" altLang="zh-CN" sz="1600" dirty="0">
                <a:solidFill>
                  <a:srgbClr val="000000">
                    <a:lumMod val="65000"/>
                    <a:lumOff val="35000"/>
                  </a:srgbClr>
                </a:solidFill>
                <a:latin typeface="FrutigerNext LT Light" pitchFamily="34" charset="0"/>
                <a:ea typeface="MS PGothic" panose="020B0600070205080204" pitchFamily="34" charset="-128"/>
              </a:rPr>
              <a:t> </a:t>
            </a:r>
            <a:fld id="{A4C34F22-587E-473D-9099-376F4F013A30}" type="slidenum">
              <a:rPr lang="de-DE" altLang="zh-CN" sz="1600">
                <a:solidFill>
                  <a:srgbClr val="000000">
                    <a:lumMod val="65000"/>
                    <a:lumOff val="35000"/>
                  </a:srgbClr>
                </a:solidFill>
                <a:latin typeface="FrutigerNext LT Light" pitchFamily="34" charset="0"/>
                <a:ea typeface="MS PGothic" panose="020B0600070205080204" pitchFamily="34" charset="-128"/>
              </a:rPr>
              <a:t>‹#›</a:t>
            </a:fld>
            <a:endParaRPr lang="en-GB" altLang="zh-CN" sz="1600" dirty="0">
              <a:solidFill>
                <a:srgbClr val="000000">
                  <a:lumMod val="65000"/>
                  <a:lumOff val="35000"/>
                </a:srgbClr>
              </a:solidFill>
              <a:latin typeface="FrutigerNext LT Light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1007533" y="325971"/>
            <a:ext cx="10176934" cy="872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0025" rIns="80052" bIns="40025" numCol="1" anchor="ctr" anchorCtr="0" compatLnSpc="1"/>
          <a:lstStyle>
            <a:lvl1pPr>
              <a:defRPr sz="4265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31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090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75"/>
            </a:lvl4pPr>
            <a:lvl5pPr marL="2372995" indent="0" algn="ctr">
              <a:buNone/>
              <a:defRPr sz="2075"/>
            </a:lvl5pPr>
            <a:lvl6pPr marL="2966085" indent="0" algn="ctr">
              <a:buNone/>
              <a:defRPr sz="2075"/>
            </a:lvl6pPr>
            <a:lvl7pPr marL="3559175" indent="0" algn="ctr">
              <a:buNone/>
              <a:defRPr sz="2075"/>
            </a:lvl7pPr>
            <a:lvl8pPr marL="4152265" indent="0" algn="ctr">
              <a:buNone/>
              <a:defRPr sz="2075"/>
            </a:lvl8pPr>
            <a:lvl9pPr marL="4745355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3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6500" algn="ctr"/>
              </a:tabLst>
              <a:defRPr sz="17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2pPr>
            <a:lvl3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3pPr>
            <a:lvl4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08851" y="170350"/>
            <a:ext cx="11230845" cy="935887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21793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3195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endParaRPr lang="en-US" altLang="zh-CN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5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5"/>
            <a:ext cx="10736446" cy="9934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31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090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75"/>
            </a:lvl4pPr>
            <a:lvl5pPr marL="2372995" indent="0" algn="ctr">
              <a:buNone/>
              <a:defRPr sz="2075"/>
            </a:lvl5pPr>
            <a:lvl6pPr marL="2966085" indent="0" algn="ctr">
              <a:buNone/>
              <a:defRPr sz="2075"/>
            </a:lvl6pPr>
            <a:lvl7pPr marL="3559175" indent="0" algn="ctr">
              <a:buNone/>
              <a:defRPr sz="2075"/>
            </a:lvl7pPr>
            <a:lvl8pPr marL="4152265" indent="0" algn="ctr">
              <a:buNone/>
              <a:defRPr sz="2075"/>
            </a:lvl8pPr>
            <a:lvl9pPr marL="4745355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3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6500" algn="ctr"/>
              </a:tabLst>
              <a:defRPr sz="17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2pPr>
            <a:lvl3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3pPr>
            <a:lvl4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1012843" y="6419239"/>
            <a:ext cx="1244638" cy="239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74015"/>
            <a:r>
              <a:rPr lang="en-US" sz="960" dirty="0">
                <a:solidFill>
                  <a:srgbClr val="FFFFFF"/>
                </a:solidFill>
                <a:cs typeface="Arial" panose="020B0604020202020204" pitchFamily="34" charset="0"/>
              </a:rPr>
              <a:t>Huawei Confidential</a:t>
            </a: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4992" y="163526"/>
            <a:ext cx="10736446" cy="750874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31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090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75"/>
            </a:lvl4pPr>
            <a:lvl5pPr marL="2372995" indent="0" algn="ctr">
              <a:buNone/>
              <a:defRPr sz="2075"/>
            </a:lvl5pPr>
            <a:lvl6pPr marL="2966085" indent="0" algn="ctr">
              <a:buNone/>
              <a:defRPr sz="2075"/>
            </a:lvl6pPr>
            <a:lvl7pPr marL="3559175" indent="0" algn="ctr">
              <a:buNone/>
              <a:defRPr sz="2075"/>
            </a:lvl7pPr>
            <a:lvl8pPr marL="4152265" indent="0" algn="ctr">
              <a:buNone/>
              <a:defRPr sz="2075"/>
            </a:lvl8pPr>
            <a:lvl9pPr marL="4745355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2" y="1501993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650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2pPr>
            <a:lvl3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3pPr>
            <a:lvl4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en-US" altLang="zh-CN" dirty="0"/>
              <a:t>Ari</a:t>
            </a:r>
            <a:endParaRPr 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1" y="1175656"/>
            <a:ext cx="10729364" cy="4894881"/>
          </a:xfrm>
          <a:prstGeom prst="rect">
            <a:avLst/>
          </a:prstGeom>
        </p:spPr>
        <p:txBody>
          <a:bodyPr lIns="0" tIns="0" rIns="0" bIns="0"/>
          <a:lstStyle>
            <a:lvl1pPr marL="12700" indent="0">
              <a:lnSpc>
                <a:spcPts val="2165"/>
              </a:lnSpc>
              <a:spcBef>
                <a:spcPts val="0"/>
              </a:spcBef>
              <a:buFontTx/>
              <a:buNone/>
              <a:tabLst>
                <a:tab pos="1210310" algn="ctr"/>
              </a:tabLst>
              <a:defRPr sz="1805" baseline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7050" indent="-171450">
              <a:buFont typeface="Arial" panose="020B0604020202020204" pitchFamily="34" charset="0"/>
              <a:buChar char="•"/>
              <a:tabLst>
                <a:tab pos="1210310" algn="ctr"/>
              </a:tabLst>
              <a:defRPr sz="1300" baseline="0"/>
            </a:lvl2pPr>
            <a:lvl3pPr marL="527050" indent="-171450">
              <a:buFont typeface="Arial" panose="020B0604020202020204" pitchFamily="34" charset="0"/>
              <a:buChar char="•"/>
              <a:tabLst>
                <a:tab pos="1210310" algn="ctr"/>
              </a:tabLst>
              <a:defRPr sz="1300" baseline="0"/>
            </a:lvl3pPr>
            <a:lvl4pPr marL="527050" indent="-171450">
              <a:buFont typeface="Arial" panose="020B0604020202020204" pitchFamily="34" charset="0"/>
              <a:buChar char="•"/>
              <a:tabLst>
                <a:tab pos="1210310" algn="ctr"/>
              </a:tabLst>
              <a:defRPr sz="1300" baseline="0"/>
            </a:lvl4pPr>
            <a:lvl5pPr marL="527050" indent="-171450">
              <a:buFont typeface="Arial" panose="020B0604020202020204" pitchFamily="34" charset="0"/>
              <a:buChar char="•"/>
              <a:tabLst>
                <a:tab pos="1210310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7"/>
            <a:ext cx="10736446" cy="601957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391226" y="6450939"/>
            <a:ext cx="1255517" cy="274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5738" y="1512876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35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915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35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4pPr>
            <a:lvl5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備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/>
          <p:cNvSpPr txBox="1"/>
          <p:nvPr/>
        </p:nvSpPr>
        <p:spPr>
          <a:xfrm>
            <a:off x="0" y="1696647"/>
            <a:ext cx="12192000" cy="2426637"/>
          </a:xfrm>
          <a:prstGeom prst="rect">
            <a:avLst/>
          </a:prstGeom>
          <a:solidFill>
            <a:srgbClr val="004182"/>
          </a:solidFill>
          <a:ln>
            <a:noFill/>
          </a:ln>
        </p:spPr>
        <p:txBody>
          <a:bodyPr vert="horz" lIns="91302" tIns="45626" rIns="91302" bIns="45626" rtlCol="0" anchor="ctr">
            <a:norm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000" b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defTabSz="608965"/>
            <a:endParaRPr lang="zh-TW" altLang="en-US" kern="0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7535" y="37605"/>
            <a:ext cx="10176934" cy="871537"/>
          </a:xfrm>
          <a:prstGeom prst="rect">
            <a:avLst/>
          </a:prstGeom>
        </p:spPr>
        <p:txBody>
          <a:bodyPr lIns="121759" tIns="60880" rIns="121759" bIns="60880"/>
          <a:lstStyle>
            <a:lvl1pPr marL="0" algn="l" defTabSz="912495" rtl="0" eaLnBrk="1" latinLnBrk="0" hangingPunct="1">
              <a:defRPr lang="zh-CN" altLang="en-US" sz="2800" b="1" kern="1200" dirty="0">
                <a:solidFill>
                  <a:srgbClr val="1D1D1A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9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7535" y="37606"/>
            <a:ext cx="10176935" cy="871537"/>
          </a:xfrm>
          <a:prstGeom prst="rect">
            <a:avLst/>
          </a:prstGeom>
        </p:spPr>
        <p:txBody>
          <a:bodyPr lIns="121759" tIns="60880" rIns="121759" bIns="60880"/>
          <a:lstStyle>
            <a:lvl1pPr marL="0" algn="l" defTabSz="911860" rtl="0" eaLnBrk="1" latinLnBrk="0" hangingPunct="1">
              <a:defRPr lang="zh-CN" altLang="en-US" sz="2800" b="1" kern="1200" dirty="0">
                <a:solidFill>
                  <a:srgbClr val="1D1D1A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備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/>
          <p:cNvSpPr txBox="1"/>
          <p:nvPr/>
        </p:nvSpPr>
        <p:spPr>
          <a:xfrm>
            <a:off x="1" y="1696649"/>
            <a:ext cx="12192000" cy="2426637"/>
          </a:xfrm>
          <a:prstGeom prst="rect">
            <a:avLst/>
          </a:prstGeom>
          <a:solidFill>
            <a:srgbClr val="004182"/>
          </a:solidFill>
          <a:ln>
            <a:noFill/>
          </a:ln>
        </p:spPr>
        <p:txBody>
          <a:bodyPr vert="horz" lIns="91279" tIns="45615" rIns="91279" bIns="45615" rtlCol="0" anchor="ctr">
            <a:norm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000" b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defTabSz="608965"/>
            <a:endParaRPr lang="zh-TW" altLang="en-US" sz="4000" kern="0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7535" y="37607"/>
            <a:ext cx="10176935" cy="871537"/>
          </a:xfrm>
          <a:prstGeom prst="rect">
            <a:avLst/>
          </a:prstGeom>
        </p:spPr>
        <p:txBody>
          <a:bodyPr lIns="121756" tIns="60878" rIns="121756" bIns="60878"/>
          <a:lstStyle>
            <a:lvl1pPr marL="0" algn="l" defTabSz="912495" rtl="0" eaLnBrk="1" latinLnBrk="0" hangingPunct="1">
              <a:defRPr lang="zh-CN" altLang="en-US" sz="2800" b="1" kern="1200" dirty="0">
                <a:solidFill>
                  <a:srgbClr val="1D1D1A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7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700"/>
            </a:lvl2pPr>
            <a:lvl3pPr marL="1188085" indent="0" algn="ctr">
              <a:buNone/>
              <a:defRPr sz="2400"/>
            </a:lvl3pPr>
            <a:lvl4pPr marL="1781175" indent="0" algn="ctr">
              <a:buNone/>
              <a:defRPr sz="2100"/>
            </a:lvl4pPr>
            <a:lvl5pPr marL="2374900" indent="0" algn="ctr">
              <a:buNone/>
              <a:defRPr sz="2100"/>
            </a:lvl5pPr>
            <a:lvl6pPr marL="2968625" indent="0" algn="ctr">
              <a:buNone/>
              <a:defRPr sz="2100"/>
            </a:lvl6pPr>
            <a:lvl7pPr marL="3562985" indent="0" algn="ctr">
              <a:buNone/>
              <a:defRPr sz="2100"/>
            </a:lvl7pPr>
            <a:lvl8pPr marL="4156710" indent="0" algn="ctr">
              <a:buNone/>
              <a:defRPr sz="2100"/>
            </a:lvl8pPr>
            <a:lvl9pPr marL="4749800" indent="0" algn="ctr">
              <a:buNone/>
              <a:defRPr sz="210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9" y="1501990"/>
            <a:ext cx="10729366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770" algn="ctr"/>
              </a:tabLst>
              <a:defRPr sz="19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7536" y="37608"/>
            <a:ext cx="10176935" cy="871537"/>
          </a:xfrm>
          <a:prstGeom prst="rect">
            <a:avLst/>
          </a:prstGeom>
        </p:spPr>
        <p:txBody>
          <a:bodyPr lIns="121756" tIns="60878" rIns="121756" bIns="60878"/>
          <a:lstStyle>
            <a:lvl1pPr marL="0" algn="l" defTabSz="911860" rtl="0" eaLnBrk="1" latinLnBrk="0" hangingPunct="1">
              <a:defRPr lang="zh-CN" altLang="en-US" sz="2800" b="1" kern="1200" dirty="0">
                <a:solidFill>
                  <a:srgbClr val="1D1D1A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29" y="1122479"/>
            <a:ext cx="9143500" cy="2387825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TW" altLang="en-US" dirty="0"/>
              <a:t>按一下以編輯母片標題樣式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29" y="3602387"/>
            <a:ext cx="9143500" cy="1655919"/>
          </a:xfrm>
        </p:spPr>
        <p:txBody>
          <a:bodyPr/>
          <a:lstStyle>
            <a:lvl1pPr marL="0" indent="0" algn="ctr">
              <a:buNone/>
              <a:defRPr sz="2100"/>
            </a:lvl1pPr>
            <a:lvl2pPr marL="408305" indent="0" algn="ctr">
              <a:buNone/>
              <a:defRPr sz="1800"/>
            </a:lvl2pPr>
            <a:lvl3pPr marL="816610" indent="0" algn="ctr">
              <a:buNone/>
              <a:defRPr sz="1600"/>
            </a:lvl3pPr>
            <a:lvl4pPr marL="1224915" indent="0" algn="ctr">
              <a:buNone/>
              <a:defRPr sz="1400"/>
            </a:lvl4pPr>
            <a:lvl5pPr marL="1632585" indent="0" algn="ctr">
              <a:buNone/>
              <a:defRPr sz="1400"/>
            </a:lvl5pPr>
            <a:lvl6pPr marL="2040890" indent="0" algn="ctr">
              <a:buNone/>
              <a:defRPr sz="1400"/>
            </a:lvl6pPr>
            <a:lvl7pPr marL="2449195" indent="0" algn="ctr">
              <a:buNone/>
              <a:defRPr sz="1400"/>
            </a:lvl7pPr>
            <a:lvl8pPr marL="2857500" indent="0" algn="ctr">
              <a:buNone/>
              <a:defRPr sz="1400"/>
            </a:lvl8pPr>
            <a:lvl9pPr marL="3265805" indent="0" algn="ctr">
              <a:buNone/>
              <a:defRPr sz="1400"/>
            </a:lvl9pPr>
          </a:lstStyle>
          <a:p>
            <a:r>
              <a:rPr lang="zh-TW" altLang="en-US"/>
              <a:t>按一下以編輯母片副標題樣式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備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/>
          <p:cNvSpPr txBox="1"/>
          <p:nvPr/>
        </p:nvSpPr>
        <p:spPr>
          <a:xfrm>
            <a:off x="0" y="1696652"/>
            <a:ext cx="12192000" cy="2426637"/>
          </a:xfrm>
          <a:prstGeom prst="rect">
            <a:avLst/>
          </a:prstGeom>
          <a:solidFill>
            <a:srgbClr val="004182"/>
          </a:solidFill>
          <a:ln>
            <a:noFill/>
          </a:ln>
        </p:spPr>
        <p:txBody>
          <a:bodyPr vert="horz" lIns="91303" tIns="45627" rIns="91303" bIns="45627" rtlCol="0" anchor="ctr">
            <a:norm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000" b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defTabSz="608965"/>
            <a:endParaRPr lang="zh-TW" altLang="en-US" sz="4000" kern="0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7538" y="37611"/>
            <a:ext cx="10176935" cy="871537"/>
          </a:xfrm>
          <a:prstGeom prst="rect">
            <a:avLst/>
          </a:prstGeom>
        </p:spPr>
        <p:txBody>
          <a:bodyPr lIns="121759" tIns="60880" rIns="121759" bIns="60880"/>
          <a:lstStyle>
            <a:lvl1pPr marL="0" algn="l" defTabSz="912495" rtl="0" eaLnBrk="1" latinLnBrk="0" hangingPunct="1">
              <a:defRPr lang="zh-CN" altLang="en-US" sz="2800" b="1" kern="1200" dirty="0">
                <a:solidFill>
                  <a:srgbClr val="1D1D1A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4" y="456135"/>
            <a:ext cx="10736447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7450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2985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32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-25868" y="17251"/>
            <a:ext cx="12247837" cy="5616000"/>
          </a:xfrm>
          <a:prstGeom prst="rect">
            <a:avLst/>
          </a:prstGeom>
        </p:spPr>
      </p:pic>
      <p:sp>
        <p:nvSpPr>
          <p:cNvPr id="8" name="副标题 2"/>
          <p:cNvSpPr txBox="1"/>
          <p:nvPr userDrawn="1"/>
        </p:nvSpPr>
        <p:spPr>
          <a:xfrm>
            <a:off x="2544580" y="5698207"/>
            <a:ext cx="7152795" cy="622920"/>
          </a:xfrm>
          <a:prstGeom prst="rect">
            <a:avLst/>
          </a:prstGeom>
        </p:spPr>
        <p:txBody>
          <a:bodyPr anchor="ctr">
            <a:normAutofit fontScale="85000" lnSpcReduction="10000"/>
          </a:bodyPr>
          <a:lstStyle>
            <a:lvl1pPr marL="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臻鼎科技集团数位转型顶层规划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-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集成供应链咨询项目组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L 形 6"/>
          <p:cNvSpPr/>
          <p:nvPr userDrawn="1"/>
        </p:nvSpPr>
        <p:spPr>
          <a:xfrm rot="5400000">
            <a:off x="7850739" y="2130703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pic>
        <p:nvPicPr>
          <p:cNvPr id="2" name="Picture 7" descr="7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6378924"/>
            <a:ext cx="12190412" cy="480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矩形 17"/>
          <p:cNvSpPr>
            <a:spLocks noChangeArrowheads="1"/>
          </p:cNvSpPr>
          <p:nvPr userDrawn="1"/>
        </p:nvSpPr>
        <p:spPr bwMode="auto">
          <a:xfrm>
            <a:off x="4577857" y="6478646"/>
            <a:ext cx="31854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5pPr>
            <a:lvl6pPr marL="25146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6pPr>
            <a:lvl7pPr marL="29718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7pPr>
            <a:lvl8pPr marL="34290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8pPr>
            <a:lvl9pPr marL="38862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9pPr>
          </a:lstStyle>
          <a:p>
            <a:pPr algn="ctr" defTabSz="913765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臻鼎科技集团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&amp;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华为技术版权所有，禁止扩散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3" name="Picture 4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80" y="6492341"/>
            <a:ext cx="1270304" cy="275024"/>
          </a:xfrm>
          <a:prstGeom prst="rect">
            <a:avLst/>
          </a:prstGeom>
        </p:spPr>
      </p:pic>
      <p:pic>
        <p:nvPicPr>
          <p:cNvPr id="4" name="圖片 2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84" y="6465391"/>
            <a:ext cx="1623912" cy="324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2811" y="0"/>
            <a:ext cx="12186379" cy="6858000"/>
          </a:xfrm>
          <a:prstGeom prst="rect">
            <a:avLst/>
          </a:prstGeom>
        </p:spPr>
      </p:pic>
      <p:sp>
        <p:nvSpPr>
          <p:cNvPr id="7" name="文本占位符 9"/>
          <p:cNvSpPr>
            <a:spLocks noGrp="1"/>
          </p:cNvSpPr>
          <p:nvPr>
            <p:ph type="body" sz="quarter" idx="11" hasCustomPrompt="1"/>
          </p:nvPr>
        </p:nvSpPr>
        <p:spPr>
          <a:xfrm>
            <a:off x="387350" y="64256"/>
            <a:ext cx="10782300" cy="71120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395" b="1" spc="3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页面标题</a:t>
            </a:r>
            <a:r>
              <a:rPr lang="en-US" altLang="zh-CN" dirty="0"/>
              <a:t>-</a:t>
            </a:r>
            <a:r>
              <a:rPr lang="zh-TW" altLang="en-US" dirty="0"/>
              <a:t>楷体</a:t>
            </a:r>
            <a:endParaRPr lang="zh-CN" altLang="en-US" dirty="0"/>
          </a:p>
        </p:txBody>
      </p:sp>
      <p:sp>
        <p:nvSpPr>
          <p:cNvPr id="11" name="矩形 17"/>
          <p:cNvSpPr>
            <a:spLocks noChangeArrowheads="1"/>
          </p:cNvSpPr>
          <p:nvPr userDrawn="1"/>
        </p:nvSpPr>
        <p:spPr bwMode="auto">
          <a:xfrm>
            <a:off x="4577857" y="6478646"/>
            <a:ext cx="31854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5pPr>
            <a:lvl6pPr marL="25146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6pPr>
            <a:lvl7pPr marL="29718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7pPr>
            <a:lvl8pPr marL="34290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8pPr>
            <a:lvl9pPr marL="38862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9pPr>
          </a:lstStyle>
          <a:p>
            <a:pPr algn="ctr" defTabSz="913765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臻鼎科技集团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&amp;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华为技术版权所有，禁止扩散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2" name="Picture 4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80" y="6492341"/>
            <a:ext cx="1270304" cy="275024"/>
          </a:xfrm>
          <a:prstGeom prst="rect">
            <a:avLst/>
          </a:prstGeom>
        </p:spPr>
      </p:pic>
      <p:pic>
        <p:nvPicPr>
          <p:cNvPr id="13" name="圖片 2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84" y="6465391"/>
            <a:ext cx="1623912" cy="32400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8466252" y="6504065"/>
            <a:ext cx="4475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3765" rtl="0" eaLnBrk="1" latinLnBrk="0" hangingPunct="1"/>
            <a:fld id="{72FF52DB-9045-4A68-86B9-C55CC892595F}" type="slidenum">
              <a:rPr lang="zh-CN" altLang="en-US" sz="1200" kern="120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‹#›</a:t>
            </a:fld>
            <a:endParaRPr lang="zh-CN" altLang="en-US" sz="12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蓝色的天空&#10;&#10;中度可信度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813" y="0"/>
            <a:ext cx="12216355" cy="6876000"/>
          </a:xfrm>
          <a:prstGeom prst="rect">
            <a:avLst/>
          </a:prstGeom>
        </p:spPr>
      </p:pic>
      <p:sp>
        <p:nvSpPr>
          <p:cNvPr id="7" name="文本占位符 9"/>
          <p:cNvSpPr>
            <a:spLocks noGrp="1"/>
          </p:cNvSpPr>
          <p:nvPr>
            <p:ph type="body" sz="quarter" idx="11" hasCustomPrompt="1"/>
          </p:nvPr>
        </p:nvSpPr>
        <p:spPr>
          <a:xfrm>
            <a:off x="387350" y="64256"/>
            <a:ext cx="10782300" cy="71120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395" b="1" spc="3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页面标题</a:t>
            </a:r>
            <a:r>
              <a:rPr lang="en-US" altLang="zh-CN" dirty="0"/>
              <a:t>-</a:t>
            </a:r>
            <a:r>
              <a:rPr lang="zh-TW" altLang="en-US" dirty="0"/>
              <a:t>楷体</a:t>
            </a:r>
            <a:endParaRPr lang="zh-CN" altLang="en-US" dirty="0"/>
          </a:p>
        </p:txBody>
      </p:sp>
      <p:sp>
        <p:nvSpPr>
          <p:cNvPr id="4" name="矩形 17"/>
          <p:cNvSpPr>
            <a:spLocks noChangeArrowheads="1"/>
          </p:cNvSpPr>
          <p:nvPr userDrawn="1"/>
        </p:nvSpPr>
        <p:spPr bwMode="auto">
          <a:xfrm>
            <a:off x="4577857" y="6478646"/>
            <a:ext cx="31854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5pPr>
            <a:lvl6pPr marL="25146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6pPr>
            <a:lvl7pPr marL="29718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7pPr>
            <a:lvl8pPr marL="34290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8pPr>
            <a:lvl9pPr marL="38862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9pPr>
          </a:lstStyle>
          <a:p>
            <a:pPr algn="ctr" defTabSz="913765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臻鼎科技集团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&amp;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华为技术版权所有，禁止扩散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5" name="Picture 4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80" y="6492341"/>
            <a:ext cx="1270304" cy="275024"/>
          </a:xfrm>
          <a:prstGeom prst="rect">
            <a:avLst/>
          </a:prstGeom>
        </p:spPr>
      </p:pic>
      <p:pic>
        <p:nvPicPr>
          <p:cNvPr id="6" name="圖片 2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84" y="6465391"/>
            <a:ext cx="1623912" cy="32400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8466252" y="6504065"/>
            <a:ext cx="4475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3765" rtl="0" eaLnBrk="1" latinLnBrk="0" hangingPunct="1"/>
            <a:fld id="{72FF52DB-9045-4A68-86B9-C55CC892595F}" type="slidenum">
              <a:rPr lang="zh-CN" altLang="en-US" sz="1200" kern="120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‹#›</a:t>
            </a:fld>
            <a:endParaRPr lang="zh-CN" altLang="en-US" sz="12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蓝色的天空&#10;&#10;中度可信度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813" y="2"/>
            <a:ext cx="12216355" cy="6875999"/>
          </a:xfrm>
          <a:prstGeom prst="rect">
            <a:avLst/>
          </a:prstGeom>
        </p:spPr>
      </p:pic>
      <p:sp>
        <p:nvSpPr>
          <p:cNvPr id="4" name="矩形 17"/>
          <p:cNvSpPr>
            <a:spLocks noChangeArrowheads="1"/>
          </p:cNvSpPr>
          <p:nvPr userDrawn="1"/>
        </p:nvSpPr>
        <p:spPr bwMode="auto">
          <a:xfrm>
            <a:off x="4577857" y="6478646"/>
            <a:ext cx="31854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5pPr>
            <a:lvl6pPr marL="25146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6pPr>
            <a:lvl7pPr marL="29718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7pPr>
            <a:lvl8pPr marL="34290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8pPr>
            <a:lvl9pPr marL="38862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9pPr>
          </a:lstStyle>
          <a:p>
            <a:pPr algn="ctr" defTabSz="913765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臻鼎科技集团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&amp;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华为技术版权所有，禁止扩散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5" name="Picture 4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80" y="6492341"/>
            <a:ext cx="1270304" cy="275024"/>
          </a:xfrm>
          <a:prstGeom prst="rect">
            <a:avLst/>
          </a:prstGeom>
        </p:spPr>
      </p:pic>
      <p:pic>
        <p:nvPicPr>
          <p:cNvPr id="6" name="圖片 2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84" y="6465391"/>
            <a:ext cx="1623912" cy="324000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607250" y="1402064"/>
            <a:ext cx="5618591" cy="101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800"/>
            </a:lvl1pPr>
          </a:lstStyle>
          <a:p>
            <a:pPr lvl="0"/>
            <a:r>
              <a:rPr lang="en-US" sz="5995" b="1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Thank you.</a:t>
            </a:r>
          </a:p>
        </p:txBody>
      </p:sp>
      <p:sp>
        <p:nvSpPr>
          <p:cNvPr id="7" name="文本框 6"/>
          <p:cNvSpPr txBox="1"/>
          <p:nvPr userDrawn="1"/>
        </p:nvSpPr>
        <p:spPr>
          <a:xfrm>
            <a:off x="8466252" y="6504065"/>
            <a:ext cx="4475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3765" rtl="0" eaLnBrk="1" latinLnBrk="0" hangingPunct="1"/>
            <a:fld id="{72FF52DB-9045-4A68-86B9-C55CC892595F}" type="slidenum">
              <a:rPr lang="zh-CN" altLang="en-US" sz="1200" kern="120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‹#›</a:t>
            </a:fld>
            <a:endParaRPr lang="zh-CN" altLang="en-US" sz="12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250" y="1402064"/>
            <a:ext cx="5618591" cy="101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800"/>
            </a:lvl1pPr>
          </a:lstStyle>
          <a:p>
            <a:pPr lvl="0"/>
            <a:r>
              <a:rPr lang="en-US" sz="5995" b="1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Thank you.</a:t>
            </a:r>
          </a:p>
        </p:txBody>
      </p:sp>
      <p:sp>
        <p:nvSpPr>
          <p:cNvPr id="4" name="矩形 17"/>
          <p:cNvSpPr>
            <a:spLocks noChangeArrowheads="1"/>
          </p:cNvSpPr>
          <p:nvPr userDrawn="1"/>
        </p:nvSpPr>
        <p:spPr bwMode="auto">
          <a:xfrm>
            <a:off x="4577857" y="6478646"/>
            <a:ext cx="31854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5pPr>
            <a:lvl6pPr marL="25146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6pPr>
            <a:lvl7pPr marL="29718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7pPr>
            <a:lvl8pPr marL="34290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8pPr>
            <a:lvl9pPr marL="38862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9pPr>
          </a:lstStyle>
          <a:p>
            <a:pPr algn="ctr" defTabSz="913765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臻鼎科技集团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&amp;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华为技术版权所有，禁止扩散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5" name="Picture 4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80" y="6492341"/>
            <a:ext cx="1270304" cy="275024"/>
          </a:xfrm>
          <a:prstGeom prst="rect">
            <a:avLst/>
          </a:prstGeom>
        </p:spPr>
      </p:pic>
      <p:pic>
        <p:nvPicPr>
          <p:cNvPr id="6" name="圖片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84" y="6465391"/>
            <a:ext cx="1623912" cy="324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30" y="1122481"/>
            <a:ext cx="9143500" cy="2387825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TW" altLang="en-US" dirty="0"/>
              <a:t>按一下以編輯母片標題樣式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30" y="3602389"/>
            <a:ext cx="9143500" cy="1655919"/>
          </a:xfrm>
        </p:spPr>
        <p:txBody>
          <a:bodyPr/>
          <a:lstStyle>
            <a:lvl1pPr marL="0" indent="0" algn="ctr">
              <a:buNone/>
              <a:defRPr sz="2100"/>
            </a:lvl1pPr>
            <a:lvl2pPr marL="408305" indent="0" algn="ctr">
              <a:buNone/>
              <a:defRPr sz="1800"/>
            </a:lvl2pPr>
            <a:lvl3pPr marL="816610" indent="0" algn="ctr">
              <a:buNone/>
              <a:defRPr sz="1600"/>
            </a:lvl3pPr>
            <a:lvl4pPr marL="1224915" indent="0" algn="ctr">
              <a:buNone/>
              <a:defRPr sz="1400"/>
            </a:lvl4pPr>
            <a:lvl5pPr marL="1632585" indent="0" algn="ctr">
              <a:buNone/>
              <a:defRPr sz="1400"/>
            </a:lvl5pPr>
            <a:lvl6pPr marL="2040890" indent="0" algn="ctr">
              <a:buNone/>
              <a:defRPr sz="1400"/>
            </a:lvl6pPr>
            <a:lvl7pPr marL="2449195" indent="0" algn="ctr">
              <a:buNone/>
              <a:defRPr sz="1400"/>
            </a:lvl7pPr>
            <a:lvl8pPr marL="2857500" indent="0" algn="ctr">
              <a:buNone/>
              <a:defRPr sz="1400"/>
            </a:lvl8pPr>
            <a:lvl9pPr marL="3265805" indent="0" algn="ctr">
              <a:buNone/>
              <a:defRPr sz="1400"/>
            </a:lvl9pPr>
          </a:lstStyle>
          <a:p>
            <a:r>
              <a:rPr lang="zh-TW" altLang="en-US"/>
              <a:t>按一下以編輯母片副標題樣式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1127449" y="188641"/>
            <a:ext cx="9613068" cy="618067"/>
          </a:xfrm>
        </p:spPr>
        <p:txBody>
          <a:bodyPr>
            <a:noAutofit/>
          </a:bodyPr>
          <a:lstStyle>
            <a:lvl1pPr algn="ctr">
              <a:defRPr sz="44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2543607" y="68627"/>
            <a:ext cx="9659685" cy="672000"/>
          </a:xfrm>
        </p:spPr>
        <p:txBody>
          <a:bodyPr/>
          <a:lstStyle>
            <a:lvl1pPr>
              <a:defRPr sz="3735" b="1">
                <a:solidFill>
                  <a:schemeClr val="tx1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12384700" y="2276872"/>
            <a:ext cx="1104123" cy="240000"/>
          </a:xfrm>
          <a:prstGeom prst="rect">
            <a:avLst/>
          </a:prstGeom>
          <a:solidFill>
            <a:srgbClr val="04049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/>
            <a:r>
              <a:rPr lang="zh-CN" altLang="en-US" sz="800" dirty="0">
                <a:solidFill>
                  <a:schemeClr val="bg1"/>
                </a:solidFill>
                <a:latin typeface="+mn-ea"/>
                <a:ea typeface="+mn-ea"/>
              </a:rPr>
              <a:t>臻鼎蓝</a:t>
            </a:r>
            <a:endParaRPr lang="zh-TW" altLang="en-US" sz="8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2384700" y="1316765"/>
            <a:ext cx="1104123" cy="240000"/>
          </a:xfrm>
          <a:prstGeom prst="rect">
            <a:avLst/>
          </a:prstGeom>
          <a:solidFill>
            <a:srgbClr val="E5E5F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/>
            <a:r>
              <a:rPr lang="en-US" altLang="zh-CN" sz="800" dirty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</a:rPr>
              <a:t>(229, 229, 245)</a:t>
            </a:r>
            <a:endParaRPr lang="zh-TW" altLang="en-US" sz="800" dirty="0">
              <a:solidFill>
                <a:schemeClr val="tx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12384700" y="1556792"/>
            <a:ext cx="1104123" cy="240000"/>
          </a:xfrm>
          <a:prstGeom prst="rect">
            <a:avLst/>
          </a:prstGeom>
          <a:solidFill>
            <a:srgbClr val="C0C0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/>
            <a:r>
              <a:rPr lang="en-US" altLang="zh-CN" sz="800" dirty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</a:rPr>
              <a:t>(192, 192, 230)</a:t>
            </a:r>
            <a:endParaRPr lang="zh-TW" altLang="en-US" sz="800" dirty="0">
              <a:solidFill>
                <a:schemeClr val="tx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12384700" y="1796819"/>
            <a:ext cx="1104123" cy="240000"/>
          </a:xfrm>
          <a:prstGeom prst="rect">
            <a:avLst/>
          </a:prstGeom>
          <a:solidFill>
            <a:srgbClr val="8181CD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  <a:latin typeface="+mn-ea"/>
                <a:ea typeface="+mn-ea"/>
              </a:rPr>
              <a:t>(129, 129, 205)</a:t>
            </a:r>
            <a:endParaRPr lang="zh-TW" altLang="en-US" sz="8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2384700" y="2036845"/>
            <a:ext cx="1104123" cy="240000"/>
          </a:xfrm>
          <a:prstGeom prst="rect">
            <a:avLst/>
          </a:prstGeom>
          <a:solidFill>
            <a:srgbClr val="5050BA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  <a:latin typeface="+mn-ea"/>
                <a:ea typeface="+mn-ea"/>
              </a:rPr>
              <a:t>(80, 80, 186)</a:t>
            </a:r>
            <a:endParaRPr lang="zh-TW" altLang="en-US" sz="8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2384700" y="2516899"/>
            <a:ext cx="1104123" cy="240000"/>
          </a:xfrm>
          <a:prstGeom prst="rect">
            <a:avLst/>
          </a:prstGeom>
          <a:solidFill>
            <a:srgbClr val="06065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  <a:latin typeface="+mn-ea"/>
                <a:ea typeface="+mn-ea"/>
              </a:rPr>
              <a:t>(6, 6, 82)</a:t>
            </a:r>
            <a:endParaRPr lang="zh-TW" altLang="en-US" sz="8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 lIns="121917" tIns="60958" rIns="121917" bIns="60958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 lIns="121917" tIns="60958" rIns="121917" bIns="60958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599" y="6657024"/>
            <a:ext cx="2909888" cy="206381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A7EBF1B3-A6F7-4A4A-B3C1-E68CAE5A8CF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備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/>
          <p:cNvSpPr txBox="1"/>
          <p:nvPr/>
        </p:nvSpPr>
        <p:spPr>
          <a:xfrm>
            <a:off x="0" y="1696647"/>
            <a:ext cx="12192000" cy="2426637"/>
          </a:xfrm>
          <a:prstGeom prst="rect">
            <a:avLst/>
          </a:prstGeom>
          <a:solidFill>
            <a:srgbClr val="004182"/>
          </a:solidFill>
          <a:ln>
            <a:noFill/>
          </a:ln>
        </p:spPr>
        <p:txBody>
          <a:bodyPr vert="horz" lIns="91302" tIns="45626" rIns="91302" bIns="45626" rtlCol="0" anchor="ctr">
            <a:norm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000" b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55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defTabSz="608965"/>
            <a:endParaRPr lang="zh-TW" altLang="en-US" kern="0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9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216" y="1843089"/>
            <a:ext cx="10118107" cy="3013725"/>
          </a:xfrm>
          <a:prstGeom prst="rect">
            <a:avLst/>
          </a:prstGeom>
        </p:spPr>
        <p:txBody>
          <a:bodyPr tIns="90000" bIns="90000"/>
          <a:lstStyle>
            <a:lvl1pPr marL="412750" indent="-398145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145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516" y="1349255"/>
            <a:ext cx="885621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558" y="630374"/>
            <a:ext cx="1147037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Relationship Id="rId4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theme" Target="../theme/theme3.xml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theme" Target="../theme/theme5.xml"/><Relationship Id="rId5" Type="http://schemas.openxmlformats.org/officeDocument/2006/relationships/image" Target="../media/image1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theme" Target="../theme/theme6.xml"/><Relationship Id="rId5" Type="http://schemas.openxmlformats.org/officeDocument/2006/relationships/image" Target="../media/image1.png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4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theme" Target="../theme/theme8.xml"/><Relationship Id="rId8" Type="http://schemas.openxmlformats.org/officeDocument/2006/relationships/image" Target="../media/image7.jpeg"/><Relationship Id="rId9" Type="http://schemas.openxmlformats.org/officeDocument/2006/relationships/image" Target="../media/image8.png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theme" Target="../theme/theme9.xml"/><Relationship Id="rId5" Type="http://schemas.openxmlformats.org/officeDocument/2006/relationships/image" Target="../media/image4.png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theme" Target="../theme/theme10.xml"/><Relationship Id="rId5" Type="http://schemas.openxmlformats.org/officeDocument/2006/relationships/image" Target="../media/image4.png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4.png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4.png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3.xml"/><Relationship Id="rId3" Type="http://schemas.openxmlformats.org/officeDocument/2006/relationships/theme" Target="../theme/theme13.xml"/><Relationship Id="rId4" Type="http://schemas.openxmlformats.org/officeDocument/2006/relationships/image" Target="../media/image11.png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theme" Target="../theme/theme14.xml"/><Relationship Id="rId5" Type="http://schemas.openxmlformats.org/officeDocument/2006/relationships/image" Target="../media/image1.png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theme" Target="../theme/theme15.xml"/><Relationship Id="rId3" Type="http://schemas.openxmlformats.org/officeDocument/2006/relationships/image" Target="../media/image12.tiff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2.xml"/><Relationship Id="rId6" Type="http://schemas.openxmlformats.org/officeDocument/2006/relationships/theme" Target="../theme/theme16.xml"/><Relationship Id="rId7" Type="http://schemas.openxmlformats.org/officeDocument/2006/relationships/image" Target="../media/image13.png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tags" Target="../tags/tag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4.emf"/><Relationship Id="rId5" Type="http://schemas.openxmlformats.org/officeDocument/2006/relationships/image" Target="../media/image12.tiff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tags" Target="../tags/tag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4.emf"/><Relationship Id="rId5" Type="http://schemas.openxmlformats.org/officeDocument/2006/relationships/image" Target="../media/image12.tiff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theme" Target="../theme/theme19.xml"/><Relationship Id="rId4" Type="http://schemas.openxmlformats.org/officeDocument/2006/relationships/image" Target="../media/image13.png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theme" Target="../theme/theme20.xml"/><Relationship Id="rId7" Type="http://schemas.openxmlformats.org/officeDocument/2006/relationships/image" Target="../media/image4.png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4.png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theme" Target="../theme/theme22.xml"/><Relationship Id="rId4" Type="http://schemas.openxmlformats.org/officeDocument/2006/relationships/image" Target="../media/image15.png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67.xml"/><Relationship Id="rId17" Type="http://schemas.openxmlformats.org/officeDocument/2006/relationships/theme" Target="../theme/theme23.xml"/><Relationship Id="rId18" Type="http://schemas.openxmlformats.org/officeDocument/2006/relationships/tags" Target="../tags/tag3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4.emf"/><Relationship Id="rId21" Type="http://schemas.openxmlformats.org/officeDocument/2006/relationships/image" Target="../media/image16.tiff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9.xml"/><Relationship Id="rId3" Type="http://schemas.openxmlformats.org/officeDocument/2006/relationships/slideLayout" Target="../slideLayouts/slideLayout70.xml"/><Relationship Id="rId4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5.xml"/><Relationship Id="rId9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83.xml"/><Relationship Id="rId17" Type="http://schemas.openxmlformats.org/officeDocument/2006/relationships/theme" Target="../theme/theme24.xml"/><Relationship Id="rId18" Type="http://schemas.openxmlformats.org/officeDocument/2006/relationships/image" Target="../media/image16.tiff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4.png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tags" Target="../tags/tag4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4.emf"/><Relationship Id="rId5" Type="http://schemas.openxmlformats.org/officeDocument/2006/relationships/image" Target="../media/image12.tiff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<Relationship Id="rId14" Type="http://schemas.openxmlformats.org/officeDocument/2006/relationships/slideLayout" Target="../slideLayouts/slideLayout97.xml"/><Relationship Id="rId15" Type="http://schemas.openxmlformats.org/officeDocument/2006/relationships/slideLayout" Target="../slideLayouts/slideLayout98.xml"/><Relationship Id="rId16" Type="http://schemas.openxmlformats.org/officeDocument/2006/relationships/slideLayout" Target="../slideLayouts/slideLayout99.xml"/><Relationship Id="rId17" Type="http://schemas.openxmlformats.org/officeDocument/2006/relationships/slideLayout" Target="../slideLayouts/slideLayout100.xml"/><Relationship Id="rId18" Type="http://schemas.openxmlformats.org/officeDocument/2006/relationships/theme" Target="../theme/theme27.xml"/><Relationship Id="rId19" Type="http://schemas.openxmlformats.org/officeDocument/2006/relationships/tags" Target="../tags/tag5.xml"/><Relationship Id="rId20" Type="http://schemas.openxmlformats.org/officeDocument/2006/relationships/oleObject" Target="../embeddings/oleObject5.bin"/><Relationship Id="rId21" Type="http://schemas.openxmlformats.org/officeDocument/2006/relationships/image" Target="../media/image14.emf"/><Relationship Id="rId22" Type="http://schemas.openxmlformats.org/officeDocument/2006/relationships/image" Target="../media/image16.tiff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06.xml"/><Relationship Id="rId7" Type="http://schemas.openxmlformats.org/officeDocument/2006/relationships/theme" Target="../theme/theme28.xml"/><Relationship Id="rId8" Type="http://schemas.openxmlformats.org/officeDocument/2006/relationships/image" Target="../media/image4.png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tags" Target="../tags/tag6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4.emf"/><Relationship Id="rId5" Type="http://schemas.openxmlformats.org/officeDocument/2006/relationships/image" Target="../media/image12.tiff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theme" Target="../theme/theme30.xml"/><Relationship Id="rId8" Type="http://schemas.openxmlformats.org/officeDocument/2006/relationships/image" Target="../media/image4.png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4.xml"/><Relationship Id="rId3" Type="http://schemas.openxmlformats.org/officeDocument/2006/relationships/theme" Target="../theme/theme31.xml"/><Relationship Id="rId4" Type="http://schemas.openxmlformats.org/officeDocument/2006/relationships/image" Target="../media/image1.png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slideLayout" Target="../slideLayouts/slideLayout116.xml"/><Relationship Id="rId3" Type="http://schemas.openxmlformats.org/officeDocument/2006/relationships/slideLayout" Target="../slideLayouts/slideLayout117.xml"/><Relationship Id="rId4" Type="http://schemas.openxmlformats.org/officeDocument/2006/relationships/slideLayout" Target="../slideLayouts/slideLayout118.xml"/><Relationship Id="rId5" Type="http://schemas.openxmlformats.org/officeDocument/2006/relationships/theme" Target="../theme/theme32.xml"/><Relationship Id="rId6" Type="http://schemas.openxmlformats.org/officeDocument/2006/relationships/image" Target="../media/image4.png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9.xml"/><Relationship Id="rId2" Type="http://schemas.openxmlformats.org/officeDocument/2006/relationships/slideLayout" Target="../slideLayouts/slideLayout120.xml"/><Relationship Id="rId3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23.xml"/><Relationship Id="rId6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6.xml"/><Relationship Id="rId4" Type="http://schemas.openxmlformats.org/officeDocument/2006/relationships/theme" Target="../theme/theme34.xml"/><Relationship Id="rId5" Type="http://schemas.openxmlformats.org/officeDocument/2006/relationships/image" Target="../media/image1.png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7.xml"/><Relationship Id="rId2" Type="http://schemas.openxmlformats.org/officeDocument/2006/relationships/theme" Target="../theme/theme35.xml"/><Relationship Id="rId3" Type="http://schemas.openxmlformats.org/officeDocument/2006/relationships/image" Target="../media/image4.png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8.xml"/><Relationship Id="rId2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30.xml"/><Relationship Id="rId4" Type="http://schemas.openxmlformats.org/officeDocument/2006/relationships/theme" Target="../theme/theme36.xml"/><Relationship Id="rId5" Type="http://schemas.openxmlformats.org/officeDocument/2006/relationships/image" Target="../media/image4.png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1.xml"/><Relationship Id="rId2" Type="http://schemas.openxmlformats.org/officeDocument/2006/relationships/theme" Target="../theme/theme37.xml"/><Relationship Id="rId3" Type="http://schemas.openxmlformats.org/officeDocument/2006/relationships/tags" Target="../tags/tag7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4.emf"/><Relationship Id="rId6" Type="http://schemas.openxmlformats.org/officeDocument/2006/relationships/image" Target="../media/image24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075068" y="330210"/>
            <a:ext cx="7775416" cy="618067"/>
          </a:xfrm>
          <a:prstGeom prst="rect">
            <a:avLst/>
          </a:prstGeom>
        </p:spPr>
        <p:txBody>
          <a:bodyPr vert="horz" lIns="74054" tIns="37027" rIns="74054" bIns="37027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1413" y="1173865"/>
            <a:ext cx="10958723" cy="4351748"/>
          </a:xfrm>
          <a:prstGeom prst="rect">
            <a:avLst/>
          </a:prstGeom>
        </p:spPr>
        <p:txBody>
          <a:bodyPr vert="horz" lIns="74054" tIns="37027" rIns="74054" bIns="37027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文字方塊 6"/>
          <p:cNvSpPr txBox="1"/>
          <p:nvPr userDrawn="1"/>
        </p:nvSpPr>
        <p:spPr>
          <a:xfrm>
            <a:off x="11650136" y="6553210"/>
            <a:ext cx="482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6DF32C-20D5-432E-A5AC-43143F655CDB}" type="slidenum">
              <a:rPr lang="zh-TW" altLang="en-US" sz="12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zh-TW" alt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56449" y="6553210"/>
            <a:ext cx="1604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ZDT</a:t>
            </a:r>
            <a:r>
              <a:rPr lang="zh-TW" altLang="en-US" sz="12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12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 A</a:t>
            </a:r>
            <a:endParaRPr lang="zh-TW" altLang="en-US" sz="1200" b="1" i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6641" y="103871"/>
            <a:ext cx="634039" cy="548688"/>
          </a:xfrm>
          <a:prstGeom prst="rect">
            <a:avLst/>
          </a:prstGeom>
        </p:spPr>
      </p:pic>
      <p:grpSp>
        <p:nvGrpSpPr>
          <p:cNvPr id="11" name="群組 10"/>
          <p:cNvGrpSpPr/>
          <p:nvPr userDrawn="1"/>
        </p:nvGrpSpPr>
        <p:grpSpPr>
          <a:xfrm>
            <a:off x="732127" y="737363"/>
            <a:ext cx="10801445" cy="5476776"/>
            <a:chOff x="732122" y="737363"/>
            <a:chExt cx="10801445" cy="5476776"/>
          </a:xfrm>
        </p:grpSpPr>
        <p:sp>
          <p:nvSpPr>
            <p:cNvPr id="12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737363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1751756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2766149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8" name="文字方塊 27"/>
            <p:cNvSpPr txBox="1">
              <a:spLocks noChangeArrowheads="1"/>
            </p:cNvSpPr>
            <p:nvPr/>
          </p:nvSpPr>
          <p:spPr bwMode="auto">
            <a:xfrm rot="20269202">
              <a:off x="8034063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3780542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2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4794935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4794935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4794934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4794934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4794934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4794934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5809326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" name="文字方塊 43"/>
            <p:cNvSpPr txBox="1">
              <a:spLocks noChangeArrowheads="1"/>
            </p:cNvSpPr>
            <p:nvPr/>
          </p:nvSpPr>
          <p:spPr bwMode="auto">
            <a:xfrm rot="20269202">
              <a:off x="9859547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81661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</p:titleStyle>
    <p:bodyStyle>
      <a:lvl1pPr marL="204470" indent="-204470" algn="l" defTabSz="816610" rtl="0" eaLnBrk="1" latinLnBrk="0" hangingPunct="1">
        <a:lnSpc>
          <a:spcPct val="90000"/>
        </a:lnSpc>
        <a:spcBef>
          <a:spcPct val="221000"/>
        </a:spcBef>
        <a:buFont typeface="Arial" panose="020B0604020202020204" pitchFamily="34" charset="0"/>
        <a:buChar char="•"/>
        <a:defRPr sz="25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61277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21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102108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42875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4pPr>
      <a:lvl5pPr marL="183705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5pPr>
      <a:lvl6pPr marL="224472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65303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06133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64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830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661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491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258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4089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4919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50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6580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075068" y="330210"/>
            <a:ext cx="7775416" cy="618067"/>
          </a:xfrm>
          <a:prstGeom prst="rect">
            <a:avLst/>
          </a:prstGeom>
        </p:spPr>
        <p:txBody>
          <a:bodyPr vert="horz" lIns="74054" tIns="37027" rIns="74054" bIns="37027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1413" y="1173865"/>
            <a:ext cx="10958723" cy="4351748"/>
          </a:xfrm>
          <a:prstGeom prst="rect">
            <a:avLst/>
          </a:prstGeom>
        </p:spPr>
        <p:txBody>
          <a:bodyPr vert="horz" lIns="74054" tIns="37027" rIns="74054" bIns="37027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文字方塊 6"/>
          <p:cNvSpPr txBox="1"/>
          <p:nvPr userDrawn="1"/>
        </p:nvSpPr>
        <p:spPr>
          <a:xfrm>
            <a:off x="11650136" y="6553210"/>
            <a:ext cx="482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6DF32C-20D5-432E-A5AC-43143F655CDB}" type="slidenum">
              <a:rPr lang="zh-TW" altLang="en-US" sz="1200" b="1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zh-TW" altLang="en-US" sz="12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56449" y="6553210"/>
            <a:ext cx="1604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ZDT</a:t>
            </a:r>
            <a:r>
              <a:rPr lang="zh-TW" altLang="en-US" sz="12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12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 A</a:t>
            </a:r>
            <a:endParaRPr lang="zh-TW" altLang="en-US" sz="1200" b="1" i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6641" y="103871"/>
            <a:ext cx="634039" cy="548688"/>
          </a:xfrm>
          <a:prstGeom prst="rect">
            <a:avLst/>
          </a:prstGeom>
        </p:spPr>
      </p:pic>
      <p:grpSp>
        <p:nvGrpSpPr>
          <p:cNvPr id="11" name="群組 10"/>
          <p:cNvGrpSpPr/>
          <p:nvPr userDrawn="1"/>
        </p:nvGrpSpPr>
        <p:grpSpPr>
          <a:xfrm>
            <a:off x="732127" y="737363"/>
            <a:ext cx="10801445" cy="5476776"/>
            <a:chOff x="732122" y="737363"/>
            <a:chExt cx="10801445" cy="5476776"/>
          </a:xfrm>
        </p:grpSpPr>
        <p:sp>
          <p:nvSpPr>
            <p:cNvPr id="12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737363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1751756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2766149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8" name="文字方塊 27"/>
            <p:cNvSpPr txBox="1">
              <a:spLocks noChangeArrowheads="1"/>
            </p:cNvSpPr>
            <p:nvPr/>
          </p:nvSpPr>
          <p:spPr bwMode="auto">
            <a:xfrm rot="20269202">
              <a:off x="8034063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3780542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2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4794935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4794935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4794934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4794934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4794934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4794934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5809326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" name="文字方塊 43"/>
            <p:cNvSpPr txBox="1">
              <a:spLocks noChangeArrowheads="1"/>
            </p:cNvSpPr>
            <p:nvPr/>
          </p:nvSpPr>
          <p:spPr bwMode="auto">
            <a:xfrm rot="20269202">
              <a:off x="9859547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hdr="0" dt="0"/>
  <p:txStyles>
    <p:titleStyle>
      <a:lvl1pPr algn="l" defTabSz="81661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</p:titleStyle>
    <p:bodyStyle>
      <a:lvl1pPr marL="204470" indent="-204470" algn="l" defTabSz="816610" rtl="0" eaLnBrk="1" latinLnBrk="0" hangingPunct="1">
        <a:lnSpc>
          <a:spcPct val="90000"/>
        </a:lnSpc>
        <a:spcBef>
          <a:spcPct val="221000"/>
        </a:spcBef>
        <a:buFont typeface="Arial" panose="020B0604020202020204" pitchFamily="34" charset="0"/>
        <a:buChar char="•"/>
        <a:defRPr sz="25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61277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21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102108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42875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4pPr>
      <a:lvl5pPr marL="183705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5pPr>
      <a:lvl6pPr marL="224472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65303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06133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64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830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661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491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258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4089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4919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50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6580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方塊 2"/>
          <p:cNvSpPr txBox="1"/>
          <p:nvPr/>
        </p:nvSpPr>
        <p:spPr>
          <a:xfrm>
            <a:off x="31889" y="6549281"/>
            <a:ext cx="2732022" cy="40483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121856" tIns="60928" rIns="121856" bIns="60928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565"/>
            <a:r>
              <a:rPr lang="en-US" altLang="zh-CN" sz="11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ZDT Confidential </a:t>
            </a:r>
            <a:endParaRPr lang="zh-TW" altLang="en-US" sz="11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2496000" y="15"/>
            <a:ext cx="9697078" cy="657557"/>
          </a:xfrm>
          <a:prstGeom prst="roundRect">
            <a:avLst/>
          </a:prstGeom>
          <a:solidFill>
            <a:srgbClr val="0000CC"/>
          </a:solidFill>
          <a:ln w="9525">
            <a:noFill/>
            <a:miter lim="800000"/>
          </a:ln>
        </p:spPr>
        <p:txBody>
          <a:bodyPr vert="horz" wrap="square" lIns="108728" tIns="54363" rIns="108728" bIns="54363" numCol="1" anchor="ctr" anchorCtr="0" compatLnSpc="1"/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31373" y="775944"/>
            <a:ext cx="11329256" cy="55333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8728" tIns="54363" rIns="108728" bIns="54363" numCol="1" anchor="t" anchorCtr="0" compatLnSpc="1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4" name="圖形 3"/>
          <p:cNvPicPr>
            <a:picLocks noChangeAspect="1"/>
          </p:cNvPicPr>
          <p:nvPr userDrawn="1"/>
        </p:nvPicPr>
        <p:blipFill>
          <a:blip r:embed="rId11" cstate="email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3916" y="125315"/>
            <a:ext cx="2286000" cy="495300"/>
          </a:xfrm>
          <a:prstGeom prst="rect">
            <a:avLst/>
          </a:prstGeom>
        </p:spPr>
      </p:pic>
      <p:sp>
        <p:nvSpPr>
          <p:cNvPr id="9" name="投影片編號版面配置區 5"/>
          <p:cNvSpPr txBox="1"/>
          <p:nvPr userDrawn="1"/>
        </p:nvSpPr>
        <p:spPr>
          <a:xfrm>
            <a:off x="11634809" y="6569096"/>
            <a:ext cx="485422" cy="240315"/>
          </a:xfrm>
          <a:prstGeom prst="rect">
            <a:avLst/>
          </a:prstGeom>
        </p:spPr>
        <p:txBody>
          <a:bodyPr vert="horz" lIns="91266" tIns="45608" rIns="91266" bIns="45608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25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1997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69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defTabSz="608330"/>
            <a:fld id="{4614C4AD-4342-4FEE-A7F1-E1714887E7E9}" type="slidenum">
              <a:rPr lang="zh-TW" altLang="en-US" sz="1000" b="0" smtClean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zh-TW" altLang="en-US" sz="1000" b="0" dirty="0">
              <a:solidFill>
                <a:prstClr val="black">
                  <a:lumMod val="85000"/>
                  <a:lumOff val="15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</p:sldLayoutIdLst>
  <p:hf hdr="0" ftr="0"/>
  <p:txStyles>
    <p:titleStyle>
      <a:lvl1pPr algn="l" defTabSz="1085850" rtl="0" eaLnBrk="1" fontAlgn="base" hangingPunct="1">
        <a:spcBef>
          <a:spcPct val="0"/>
        </a:spcBef>
        <a:spcAft>
          <a:spcPct val="0"/>
        </a:spcAft>
        <a:defRPr sz="37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algn="ctr" defTabSz="1085850" rtl="0" eaLnBrk="1" fontAlgn="base" hangingPunct="1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微軟正黑體" pitchFamily="34" charset="-120"/>
          <a:ea typeface="微軟正黑體" pitchFamily="34" charset="-120"/>
        </a:defRPr>
      </a:lvl2pPr>
      <a:lvl3pPr algn="ctr" defTabSz="1085850" rtl="0" eaLnBrk="1" fontAlgn="base" hangingPunct="1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微軟正黑體" pitchFamily="34" charset="-120"/>
          <a:ea typeface="微軟正黑體" pitchFamily="34" charset="-120"/>
        </a:defRPr>
      </a:lvl3pPr>
      <a:lvl4pPr algn="ctr" defTabSz="1085850" rtl="0" eaLnBrk="1" fontAlgn="base" hangingPunct="1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微軟正黑體" pitchFamily="34" charset="-120"/>
          <a:ea typeface="微軟正黑體" pitchFamily="34" charset="-120"/>
        </a:defRPr>
      </a:lvl4pPr>
      <a:lvl5pPr algn="ctr" defTabSz="1085850" rtl="0" eaLnBrk="1" fontAlgn="base" hangingPunct="1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微軟正黑體" pitchFamily="34" charset="-120"/>
          <a:ea typeface="微軟正黑體" pitchFamily="34" charset="-120"/>
        </a:defRPr>
      </a:lvl5pPr>
      <a:lvl6pPr marL="476250" algn="ctr" defTabSz="1085850" rtl="0" eaLnBrk="1" fontAlgn="base" hangingPunct="1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微軟正黑體" pitchFamily="34" charset="-120"/>
          <a:ea typeface="微軟正黑體" pitchFamily="34" charset="-120"/>
        </a:defRPr>
      </a:lvl6pPr>
      <a:lvl7pPr marL="953770" algn="ctr" defTabSz="1085850" rtl="0" eaLnBrk="1" fontAlgn="base" hangingPunct="1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微軟正黑體" pitchFamily="34" charset="-120"/>
          <a:ea typeface="微軟正黑體" pitchFamily="34" charset="-120"/>
        </a:defRPr>
      </a:lvl7pPr>
      <a:lvl8pPr marL="1430020" algn="ctr" defTabSz="1085850" rtl="0" eaLnBrk="1" fontAlgn="base" hangingPunct="1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微軟正黑體" pitchFamily="34" charset="-120"/>
          <a:ea typeface="微軟正黑體" pitchFamily="34" charset="-120"/>
        </a:defRPr>
      </a:lvl8pPr>
      <a:lvl9pPr marL="1907540" algn="ctr" defTabSz="1085850" rtl="0" eaLnBrk="1" fontAlgn="base" hangingPunct="1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微軟正黑體" pitchFamily="34" charset="-120"/>
          <a:ea typeface="微軟正黑體" pitchFamily="34" charset="-120"/>
        </a:defRPr>
      </a:lvl9pPr>
    </p:titleStyle>
    <p:bodyStyle>
      <a:lvl1pPr marL="406400" indent="-406400" algn="l" defTabSz="1085850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kern="1200">
          <a:solidFill>
            <a:schemeClr val="tx1">
              <a:lumMod val="50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882650" indent="-338455" algn="l" defTabSz="1085850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"/>
        <a:defRPr sz="2400" kern="1200">
          <a:solidFill>
            <a:schemeClr val="tx1">
              <a:lumMod val="50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1356360" indent="-270510" algn="l" defTabSz="1085850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ü"/>
        <a:defRPr sz="2400" kern="1200">
          <a:solidFill>
            <a:schemeClr val="tx1">
              <a:lumMod val="50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899920" indent="-270510" algn="l" defTabSz="10858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900" kern="1200">
          <a:solidFill>
            <a:schemeClr val="tx1">
              <a:lumMod val="50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4pPr>
      <a:lvl5pPr marL="2444115" indent="-270510" algn="l" defTabSz="10858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900" kern="1200">
          <a:solidFill>
            <a:schemeClr val="tx1">
              <a:lumMod val="50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5pPr>
      <a:lvl6pPr marL="2988945" indent="-271780" algn="l" defTabSz="10864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1870" indent="-271780" algn="l" defTabSz="10864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75430" indent="-271780" algn="l" defTabSz="10864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19625" indent="-271780" algn="l" defTabSz="10864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08648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3560" algn="l" defTabSz="108648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6485" algn="l" defTabSz="108648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0680" algn="l" defTabSz="108648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4240" algn="l" defTabSz="108648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17165" algn="l" defTabSz="108648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0725" algn="l" defTabSz="108648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3650" algn="l" defTabSz="108648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47210" algn="l" defTabSz="108648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64"/>
          <a:stretch>
            <a:fillRect/>
          </a:stretch>
        </p:blipFill>
        <p:spPr>
          <a:xfrm>
            <a:off x="132372" y="107204"/>
            <a:ext cx="554945" cy="546979"/>
          </a:xfrm>
          <a:prstGeom prst="rect">
            <a:avLst/>
          </a:prstGeom>
        </p:spPr>
      </p:pic>
      <p:sp>
        <p:nvSpPr>
          <p:cNvPr id="4" name="投影片編號版面配置區 5"/>
          <p:cNvSpPr txBox="1"/>
          <p:nvPr userDrawn="1"/>
        </p:nvSpPr>
        <p:spPr>
          <a:xfrm>
            <a:off x="11634809" y="6569096"/>
            <a:ext cx="485422" cy="240315"/>
          </a:xfrm>
          <a:prstGeom prst="rect">
            <a:avLst/>
          </a:prstGeom>
        </p:spPr>
        <p:txBody>
          <a:bodyPr vert="horz" lIns="91266" tIns="45608" rIns="91266" bIns="45608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25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1997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69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defTabSz="608965"/>
            <a:fld id="{4614C4AD-4342-4FEE-A7F1-E1714887E7E9}" type="slidenum">
              <a:rPr lang="zh-TW" altLang="en-US" sz="1000" b="0" smtClean="0">
                <a:solidFill>
                  <a:prstClr val="black">
                    <a:lumMod val="85000"/>
                    <a:lumOff val="15000"/>
                  </a:prstClr>
                </a:solidFill>
                <a:cs typeface="Calibri" panose="020F0502020204030204" pitchFamily="34" charset="0"/>
              </a:rPr>
              <a:t>‹#›</a:t>
            </a:fld>
            <a:endParaRPr lang="zh-TW" altLang="en-US" sz="1000" b="0" dirty="0">
              <a:solidFill>
                <a:prstClr val="black">
                  <a:lumMod val="85000"/>
                  <a:lumOff val="15000"/>
                </a:prstClr>
              </a:solidFill>
              <a:cs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5545" rtl="0" eaLnBrk="1" latinLnBrk="0" hangingPunct="1">
        <a:lnSpc>
          <a:spcPct val="90000"/>
        </a:lnSpc>
        <a:spcBef>
          <a:spcPct val="0"/>
        </a:spcBef>
        <a:buNone/>
        <a:defRPr sz="5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554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88365" indent="-296545" algn="l" defTabSz="1185545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482090" indent="-296545" algn="l" defTabSz="1185545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2074545" indent="-296545" algn="l" defTabSz="1185545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667635" indent="-296545" algn="l" defTabSz="1185545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260725" indent="-296545" algn="l" defTabSz="1185545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853180" indent="-296545" algn="l" defTabSz="1185545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446270" indent="-296545" algn="l" defTabSz="1185545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038725" indent="-296545" algn="l" defTabSz="1185545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55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2455" algn="l" defTabSz="11855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85545" algn="l" defTabSz="11855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78635" algn="l" defTabSz="11855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71090" algn="l" defTabSz="11855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64180" algn="l" defTabSz="11855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56635" algn="l" defTabSz="11855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49090" algn="l" defTabSz="11855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42815" algn="l" defTabSz="11855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075068" y="330210"/>
            <a:ext cx="7775416" cy="618067"/>
          </a:xfrm>
          <a:prstGeom prst="rect">
            <a:avLst/>
          </a:prstGeom>
        </p:spPr>
        <p:txBody>
          <a:bodyPr vert="horz" lIns="74054" tIns="37027" rIns="74054" bIns="37027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1413" y="1173865"/>
            <a:ext cx="10958723" cy="4351748"/>
          </a:xfrm>
          <a:prstGeom prst="rect">
            <a:avLst/>
          </a:prstGeom>
        </p:spPr>
        <p:txBody>
          <a:bodyPr vert="horz" lIns="74054" tIns="37027" rIns="74054" bIns="37027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文字方塊 6"/>
          <p:cNvSpPr txBox="1"/>
          <p:nvPr userDrawn="1"/>
        </p:nvSpPr>
        <p:spPr>
          <a:xfrm>
            <a:off x="11650136" y="6553210"/>
            <a:ext cx="482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6DF32C-20D5-432E-A5AC-43143F655CDB}" type="slidenum">
              <a:rPr lang="zh-TW" altLang="en-US" sz="12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zh-TW" alt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56449" y="6553210"/>
            <a:ext cx="1604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ZDT</a:t>
            </a:r>
            <a:r>
              <a:rPr lang="zh-TW" altLang="en-US" sz="12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12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 A</a:t>
            </a:r>
            <a:endParaRPr lang="zh-TW" altLang="en-US" sz="1200" b="1" i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6641" y="103871"/>
            <a:ext cx="634039" cy="548688"/>
          </a:xfrm>
          <a:prstGeom prst="rect">
            <a:avLst/>
          </a:prstGeom>
        </p:spPr>
      </p:pic>
      <p:grpSp>
        <p:nvGrpSpPr>
          <p:cNvPr id="11" name="群組 10"/>
          <p:cNvGrpSpPr/>
          <p:nvPr userDrawn="1"/>
        </p:nvGrpSpPr>
        <p:grpSpPr>
          <a:xfrm>
            <a:off x="732127" y="737363"/>
            <a:ext cx="10801445" cy="5476776"/>
            <a:chOff x="732122" y="737363"/>
            <a:chExt cx="10801445" cy="5476776"/>
          </a:xfrm>
        </p:grpSpPr>
        <p:sp>
          <p:nvSpPr>
            <p:cNvPr id="12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737363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1751756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2766149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8" name="文字方塊 27"/>
            <p:cNvSpPr txBox="1">
              <a:spLocks noChangeArrowheads="1"/>
            </p:cNvSpPr>
            <p:nvPr/>
          </p:nvSpPr>
          <p:spPr bwMode="auto">
            <a:xfrm rot="20269202">
              <a:off x="8034063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3780542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2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4794935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4794935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4794934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4794934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4794934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4794934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5809326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" name="文字方塊 43"/>
            <p:cNvSpPr txBox="1">
              <a:spLocks noChangeArrowheads="1"/>
            </p:cNvSpPr>
            <p:nvPr/>
          </p:nvSpPr>
          <p:spPr bwMode="auto">
            <a:xfrm rot="20269202">
              <a:off x="9859547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hf hdr="0" dt="0"/>
  <p:txStyles>
    <p:titleStyle>
      <a:lvl1pPr algn="l" defTabSz="81661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</p:titleStyle>
    <p:bodyStyle>
      <a:lvl1pPr marL="204470" indent="-204470" algn="l" defTabSz="816610" rtl="0" eaLnBrk="1" latinLnBrk="0" hangingPunct="1">
        <a:lnSpc>
          <a:spcPct val="90000"/>
        </a:lnSpc>
        <a:spcBef>
          <a:spcPct val="221000"/>
        </a:spcBef>
        <a:buFont typeface="Arial" panose="020B0604020202020204" pitchFamily="34" charset="0"/>
        <a:buChar char="•"/>
        <a:defRPr sz="25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61277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21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102108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42875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4pPr>
      <a:lvl5pPr marL="183705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5pPr>
      <a:lvl6pPr marL="224472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65303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06133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64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830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661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491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258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4089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4919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50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6580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075068" y="330210"/>
            <a:ext cx="7775416" cy="618067"/>
          </a:xfrm>
          <a:prstGeom prst="rect">
            <a:avLst/>
          </a:prstGeom>
        </p:spPr>
        <p:txBody>
          <a:bodyPr vert="horz" lIns="74054" tIns="37027" rIns="74054" bIns="37027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1413" y="1173865"/>
            <a:ext cx="10958723" cy="4351748"/>
          </a:xfrm>
          <a:prstGeom prst="rect">
            <a:avLst/>
          </a:prstGeom>
        </p:spPr>
        <p:txBody>
          <a:bodyPr vert="horz" lIns="74054" tIns="37027" rIns="74054" bIns="37027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文字方塊 6"/>
          <p:cNvSpPr txBox="1"/>
          <p:nvPr userDrawn="1"/>
        </p:nvSpPr>
        <p:spPr>
          <a:xfrm>
            <a:off x="11650136" y="6553210"/>
            <a:ext cx="482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6DF32C-20D5-432E-A5AC-43143F655CDB}" type="slidenum">
              <a:rPr lang="zh-TW" altLang="en-US" sz="1200" b="1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zh-TW" altLang="en-US" sz="12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56449" y="6553210"/>
            <a:ext cx="1604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ZDT</a:t>
            </a:r>
            <a:r>
              <a:rPr lang="zh-TW" altLang="en-US" sz="12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12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 A</a:t>
            </a:r>
            <a:endParaRPr lang="zh-TW" altLang="en-US" sz="1200" b="1" i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6641" y="103871"/>
            <a:ext cx="634039" cy="548688"/>
          </a:xfrm>
          <a:prstGeom prst="rect">
            <a:avLst/>
          </a:prstGeom>
        </p:spPr>
      </p:pic>
      <p:grpSp>
        <p:nvGrpSpPr>
          <p:cNvPr id="11" name="群組 10"/>
          <p:cNvGrpSpPr/>
          <p:nvPr userDrawn="1"/>
        </p:nvGrpSpPr>
        <p:grpSpPr>
          <a:xfrm>
            <a:off x="732127" y="737363"/>
            <a:ext cx="10801445" cy="5476776"/>
            <a:chOff x="732122" y="737363"/>
            <a:chExt cx="10801445" cy="5476776"/>
          </a:xfrm>
        </p:grpSpPr>
        <p:sp>
          <p:nvSpPr>
            <p:cNvPr id="12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737363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1751756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2766149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8" name="文字方塊 27"/>
            <p:cNvSpPr txBox="1">
              <a:spLocks noChangeArrowheads="1"/>
            </p:cNvSpPr>
            <p:nvPr/>
          </p:nvSpPr>
          <p:spPr bwMode="auto">
            <a:xfrm rot="20269202">
              <a:off x="8034063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3780542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2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4794935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4794935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4794934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4794934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4794934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4794934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5809326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" name="文字方塊 43"/>
            <p:cNvSpPr txBox="1">
              <a:spLocks noChangeArrowheads="1"/>
            </p:cNvSpPr>
            <p:nvPr/>
          </p:nvSpPr>
          <p:spPr bwMode="auto">
            <a:xfrm rot="20269202">
              <a:off x="9859547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4472C4">
                      <a:lumMod val="75000"/>
                    </a:srgbClr>
                  </a:solidFill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</p:sldLayoutIdLst>
  <p:hf hdr="0" dt="0"/>
  <p:txStyles>
    <p:titleStyle>
      <a:lvl1pPr algn="l" defTabSz="81661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</p:titleStyle>
    <p:bodyStyle>
      <a:lvl1pPr marL="204470" indent="-204470" algn="l" defTabSz="816610" rtl="0" eaLnBrk="1" latinLnBrk="0" hangingPunct="1">
        <a:lnSpc>
          <a:spcPct val="90000"/>
        </a:lnSpc>
        <a:spcBef>
          <a:spcPct val="221000"/>
        </a:spcBef>
        <a:buFont typeface="Arial" panose="020B0604020202020204" pitchFamily="34" charset="0"/>
        <a:buChar char="•"/>
        <a:defRPr sz="25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61277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21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102108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42875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4pPr>
      <a:lvl5pPr marL="183705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5pPr>
      <a:lvl6pPr marL="224472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65303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06133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64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830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661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491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258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4089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4919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50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6580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64"/>
          <a:stretch>
            <a:fillRect/>
          </a:stretch>
        </p:blipFill>
        <p:spPr>
          <a:xfrm>
            <a:off x="132372" y="107202"/>
            <a:ext cx="554945" cy="546979"/>
          </a:xfrm>
          <a:prstGeom prst="rect">
            <a:avLst/>
          </a:prstGeom>
        </p:spPr>
      </p:pic>
      <p:sp>
        <p:nvSpPr>
          <p:cNvPr id="4" name="投影片編號版面配置區 5"/>
          <p:cNvSpPr txBox="1"/>
          <p:nvPr userDrawn="1"/>
        </p:nvSpPr>
        <p:spPr>
          <a:xfrm>
            <a:off x="11634809" y="6569094"/>
            <a:ext cx="485422" cy="240315"/>
          </a:xfrm>
          <a:prstGeom prst="rect">
            <a:avLst/>
          </a:prstGeom>
        </p:spPr>
        <p:txBody>
          <a:bodyPr vert="horz" lIns="91302" tIns="45626" rIns="91302" bIns="45626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25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1997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69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defTabSz="608965"/>
            <a:fld id="{4614C4AD-4342-4FEE-A7F1-E1714887E7E9}" type="slidenum">
              <a:rPr lang="zh-TW" altLang="en-US" b="0" smtClean="0">
                <a:solidFill>
                  <a:prstClr val="black">
                    <a:lumMod val="85000"/>
                    <a:lumOff val="15000"/>
                  </a:prstClr>
                </a:solidFill>
                <a:cs typeface="Calibri" panose="020F0502020204030204" pitchFamily="34" charset="0"/>
              </a:rPr>
              <a:t>‹#›</a:t>
            </a:fld>
            <a:endParaRPr lang="zh-TW" altLang="en-US" b="0" dirty="0">
              <a:solidFill>
                <a:prstClr val="black">
                  <a:lumMod val="85000"/>
                  <a:lumOff val="15000"/>
                </a:prstClr>
              </a:solidFill>
              <a:cs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6180" rtl="0" eaLnBrk="1" latinLnBrk="0" hangingPunct="1">
        <a:lnSpc>
          <a:spcPct val="90000"/>
        </a:lnSpc>
        <a:spcBef>
          <a:spcPct val="0"/>
        </a:spcBef>
        <a:buNone/>
        <a:defRPr sz="5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18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482725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2075180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668905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261995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854450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448175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040630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2455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8618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7927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71725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6545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57905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50995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4472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/>
          <p:cNvGrpSpPr/>
          <p:nvPr/>
        </p:nvGrpSpPr>
        <p:grpSpPr>
          <a:xfrm>
            <a:off x="81011" y="642154"/>
            <a:ext cx="12110989" cy="6186820"/>
            <a:chOff x="-30756" y="940509"/>
            <a:chExt cx="10285400" cy="5558411"/>
          </a:xfrm>
        </p:grpSpPr>
        <p:sp>
          <p:nvSpPr>
            <p:cNvPr id="11" name="文字方塊 2"/>
            <p:cNvSpPr txBox="1"/>
            <p:nvPr userDrawn="1"/>
          </p:nvSpPr>
          <p:spPr>
            <a:xfrm rot="20713314">
              <a:off x="4600216" y="5158068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 dirty="0">
                  <a:solidFill>
                    <a:schemeClr val="bg1">
                      <a:lumMod val="95000"/>
                      <a:alpha val="4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Confidential B</a:t>
              </a:r>
              <a:endParaRPr lang="zh-TW" altLang="en-US" sz="4665" dirty="0">
                <a:solidFill>
                  <a:schemeClr val="bg1">
                    <a:lumMod val="95000"/>
                    <a:alpha val="4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文字方塊 2"/>
            <p:cNvSpPr txBox="1"/>
            <p:nvPr userDrawn="1"/>
          </p:nvSpPr>
          <p:spPr>
            <a:xfrm rot="20713314">
              <a:off x="113492" y="5181514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 dirty="0">
                  <a:solidFill>
                    <a:schemeClr val="bg1">
                      <a:lumMod val="95000"/>
                      <a:alpha val="4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Confidential </a:t>
              </a:r>
              <a:r>
                <a:rPr lang="en-US" altLang="zh-CN" sz="4665" b="0" dirty="0">
                  <a:solidFill>
                    <a:schemeClr val="bg1">
                      <a:lumMod val="95000"/>
                      <a:alpha val="4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zh-TW" altLang="en-US" sz="4665" dirty="0">
                <a:solidFill>
                  <a:schemeClr val="bg1">
                    <a:lumMod val="95000"/>
                    <a:alpha val="4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文字方塊 2"/>
            <p:cNvSpPr txBox="1"/>
            <p:nvPr userDrawn="1"/>
          </p:nvSpPr>
          <p:spPr>
            <a:xfrm rot="20713314">
              <a:off x="4794012" y="3885370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 dirty="0">
                  <a:solidFill>
                    <a:schemeClr val="bg1">
                      <a:lumMod val="95000"/>
                      <a:alpha val="4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Confidential B</a:t>
              </a:r>
              <a:endParaRPr lang="zh-TW" altLang="en-US" sz="4665" dirty="0">
                <a:solidFill>
                  <a:schemeClr val="bg1">
                    <a:lumMod val="95000"/>
                    <a:alpha val="4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文字方塊 2"/>
            <p:cNvSpPr txBox="1"/>
            <p:nvPr userDrawn="1"/>
          </p:nvSpPr>
          <p:spPr>
            <a:xfrm rot="20713314">
              <a:off x="-30524" y="4101394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 dirty="0">
                  <a:solidFill>
                    <a:schemeClr val="bg1">
                      <a:lumMod val="95000"/>
                      <a:alpha val="4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Confidential B</a:t>
              </a:r>
              <a:endParaRPr lang="zh-TW" altLang="en-US" sz="4665" dirty="0">
                <a:solidFill>
                  <a:schemeClr val="bg1">
                    <a:lumMod val="95000"/>
                    <a:alpha val="4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字方塊 2"/>
            <p:cNvSpPr txBox="1"/>
            <p:nvPr userDrawn="1"/>
          </p:nvSpPr>
          <p:spPr>
            <a:xfrm rot="20713314">
              <a:off x="4794012" y="2807352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 dirty="0">
                  <a:solidFill>
                    <a:schemeClr val="bg1">
                      <a:lumMod val="95000"/>
                      <a:alpha val="4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Confidential B</a:t>
              </a:r>
              <a:endParaRPr lang="zh-TW" altLang="en-US" sz="4665" dirty="0">
                <a:solidFill>
                  <a:schemeClr val="bg1">
                    <a:lumMod val="95000"/>
                    <a:alpha val="4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文字方塊 2"/>
            <p:cNvSpPr txBox="1"/>
            <p:nvPr userDrawn="1"/>
          </p:nvSpPr>
          <p:spPr>
            <a:xfrm rot="20713314">
              <a:off x="77996" y="2951368"/>
              <a:ext cx="5442941" cy="13174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 dirty="0">
                  <a:solidFill>
                    <a:schemeClr val="bg1">
                      <a:lumMod val="95000"/>
                      <a:alpha val="4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Confidential B</a:t>
              </a:r>
              <a:endParaRPr lang="zh-TW" altLang="en-US" sz="4665" dirty="0">
                <a:solidFill>
                  <a:schemeClr val="bg1">
                    <a:lumMod val="95000"/>
                    <a:alpha val="4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文字方塊 2"/>
            <p:cNvSpPr txBox="1"/>
            <p:nvPr userDrawn="1"/>
          </p:nvSpPr>
          <p:spPr>
            <a:xfrm rot="20713314">
              <a:off x="4811703" y="1653122"/>
              <a:ext cx="5442941" cy="131740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 dirty="0">
                  <a:solidFill>
                    <a:schemeClr val="bg1">
                      <a:lumMod val="95000"/>
                      <a:alpha val="4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Confidential B</a:t>
              </a:r>
              <a:endParaRPr lang="zh-TW" altLang="en-US" sz="4665" dirty="0">
                <a:solidFill>
                  <a:schemeClr val="bg1">
                    <a:lumMod val="95000"/>
                    <a:alpha val="4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字方塊 2"/>
            <p:cNvSpPr txBox="1"/>
            <p:nvPr userDrawn="1"/>
          </p:nvSpPr>
          <p:spPr>
            <a:xfrm rot="20713314">
              <a:off x="-30756" y="940510"/>
              <a:ext cx="5442941" cy="131740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 dirty="0">
                  <a:solidFill>
                    <a:schemeClr val="bg1">
                      <a:lumMod val="95000"/>
                      <a:alpha val="4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Confidential B</a:t>
              </a:r>
              <a:endParaRPr lang="zh-TW" altLang="en-US" sz="4665" dirty="0">
                <a:solidFill>
                  <a:schemeClr val="bg1">
                    <a:lumMod val="95000"/>
                    <a:alpha val="4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文字方塊 2"/>
            <p:cNvSpPr txBox="1"/>
            <p:nvPr userDrawn="1"/>
          </p:nvSpPr>
          <p:spPr>
            <a:xfrm rot="20713314">
              <a:off x="3228055" y="940509"/>
              <a:ext cx="5442941" cy="131740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4665" dirty="0">
                  <a:solidFill>
                    <a:schemeClr val="bg1">
                      <a:lumMod val="95000"/>
                      <a:alpha val="4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AVARY Confidential B</a:t>
              </a:r>
              <a:endParaRPr lang="zh-TW" altLang="en-US" sz="4665" dirty="0">
                <a:solidFill>
                  <a:schemeClr val="bg1">
                    <a:lumMod val="95000"/>
                    <a:alpha val="4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7" name="圖片 26" descr="未命名-2.jpg"/>
          <p:cNvPicPr>
            <a:picLocks noChangeAspect="1"/>
          </p:cNvPicPr>
          <p:nvPr/>
        </p:nvPicPr>
        <p:blipFill rotWithShape="1">
          <a:blip r:embed="rId8" cstate="print"/>
          <a:srcRect l="12803" b="90302"/>
          <a:stretch>
            <a:fillRect/>
          </a:stretch>
        </p:blipFill>
        <p:spPr>
          <a:xfrm>
            <a:off x="1560923" y="8"/>
            <a:ext cx="10631079" cy="663855"/>
          </a:xfrm>
          <a:prstGeom prst="rect">
            <a:avLst/>
          </a:prstGeom>
        </p:spPr>
      </p:pic>
      <p:sp>
        <p:nvSpPr>
          <p:cNvPr id="20" name="文字方塊 2"/>
          <p:cNvSpPr txBox="1"/>
          <p:nvPr/>
        </p:nvSpPr>
        <p:spPr>
          <a:xfrm>
            <a:off x="47328" y="6525346"/>
            <a:ext cx="2732021" cy="303628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65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AVARY Confidential B</a:t>
            </a:r>
            <a:endParaRPr lang="zh-TW" altLang="en-US" sz="1865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圖片 23" descr="鹏鼎LOGO+字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5735" y="103948"/>
            <a:ext cx="1535188" cy="40398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標題版面配置區 4"/>
          <p:cNvSpPr>
            <a:spLocks noGrp="1"/>
          </p:cNvSpPr>
          <p:nvPr>
            <p:ph type="title"/>
          </p:nvPr>
        </p:nvSpPr>
        <p:spPr>
          <a:xfrm>
            <a:off x="1876128" y="19807"/>
            <a:ext cx="10315872" cy="6440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2" name="文字方塊 1"/>
          <p:cNvSpPr txBox="1"/>
          <p:nvPr userDrawn="1"/>
        </p:nvSpPr>
        <p:spPr>
          <a:xfrm>
            <a:off x="11269517" y="75978"/>
            <a:ext cx="922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230808</a:t>
            </a:r>
          </a:p>
        </p:txBody>
      </p:sp>
      <p:sp>
        <p:nvSpPr>
          <p:cNvPr id="8" name="日期版面配置區 7"/>
          <p:cNvSpPr>
            <a:spLocks noGrp="1"/>
          </p:cNvSpPr>
          <p:nvPr>
            <p:ph type="dt" sz="half" idx="2"/>
          </p:nvPr>
        </p:nvSpPr>
        <p:spPr>
          <a:xfrm>
            <a:off x="609600" y="6356357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1" name="投影片編號版面配置區 9"/>
          <p:cNvSpPr txBox="1"/>
          <p:nvPr userDrawn="1"/>
        </p:nvSpPr>
        <p:spPr>
          <a:xfrm>
            <a:off x="9425859" y="6583589"/>
            <a:ext cx="2844800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5B2B42B-D7F9-40DC-B363-34F04777E5CF}" type="slidenum">
              <a:rPr lang="zh-TW" altLang="en-US" sz="1065" smtClean="0">
                <a:solidFill>
                  <a:srgbClr val="000000">
                    <a:tint val="75000"/>
                  </a:srgbClr>
                </a:solidFill>
                <a:latin typeface="+mn-lt"/>
              </a:rPr>
              <a:t>‹#›</a:t>
            </a:fld>
            <a:endParaRPr lang="zh-TW" altLang="en-US" sz="1065" dirty="0">
              <a:solidFill>
                <a:srgbClr val="000000">
                  <a:tint val="75000"/>
                </a:srgbClr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bg1"/>
          </a:solidFill>
          <a:latin typeface="+mn-lt"/>
          <a:ea typeface="標楷體" panose="03000509000000000000" pitchFamily="65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標楷體" panose="03000509000000000000" pitchFamily="65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î"/>
        <a:defRPr sz="2135" kern="1200">
          <a:solidFill>
            <a:schemeClr val="tx1"/>
          </a:solidFill>
          <a:latin typeface="+mn-lt"/>
          <a:ea typeface="標楷體" panose="03000509000000000000" pitchFamily="65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ü"/>
        <a:defRPr sz="1865" kern="1200">
          <a:solidFill>
            <a:schemeClr val="tx1"/>
          </a:solidFill>
          <a:latin typeface="+mn-lt"/>
          <a:ea typeface="標楷體" panose="03000509000000000000" pitchFamily="65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標楷體" panose="03000509000000000000" pitchFamily="65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標楷體" panose="03000509000000000000" pitchFamily="65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32000">
              <a:schemeClr val="bg1"/>
            </a:gs>
            <a:gs pos="100000">
              <a:schemeClr val="bg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5"/>
          <p:cNvSpPr txBox="1"/>
          <p:nvPr/>
        </p:nvSpPr>
        <p:spPr>
          <a:xfrm>
            <a:off x="11634809" y="6569092"/>
            <a:ext cx="485422" cy="240315"/>
          </a:xfrm>
          <a:prstGeom prst="rect">
            <a:avLst/>
          </a:prstGeom>
        </p:spPr>
        <p:txBody>
          <a:bodyPr vert="horz" lIns="91302" tIns="45626" rIns="91302" bIns="45626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25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1997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69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defTabSz="608965"/>
            <a:fld id="{4614C4AD-4342-4FEE-A7F1-E1714887E7E9}" type="slidenum">
              <a:rPr lang="zh-TW" altLang="en-US" b="0" smtClean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zh-TW" altLang="en-US" b="0" dirty="0">
              <a:solidFill>
                <a:prstClr val="black">
                  <a:lumMod val="85000"/>
                  <a:lumOff val="15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6" y="6578563"/>
            <a:ext cx="1207911" cy="266732"/>
          </a:xfrm>
          <a:prstGeom prst="rect">
            <a:avLst/>
          </a:prstGeom>
          <a:noFill/>
        </p:spPr>
        <p:txBody>
          <a:bodyPr wrap="square" lIns="121736" tIns="60868" rIns="121736" bIns="60868" rtlCol="0">
            <a:spAutoFit/>
          </a:bodyPr>
          <a:lstStyle/>
          <a:p>
            <a:pPr defTabSz="608965"/>
            <a:r>
              <a:rPr lang="en-US" altLang="zh-CN" sz="900" b="1" i="1" dirty="0">
                <a:solidFill>
                  <a:srgbClr val="FF0000"/>
                </a:solidFill>
              </a:rPr>
              <a:t>Confidential</a:t>
            </a:r>
            <a:endParaRPr lang="zh-TW" altLang="en-US" sz="900" b="1" i="1" dirty="0">
              <a:solidFill>
                <a:srgbClr val="FF0000"/>
              </a:solidFill>
            </a:endParaRPr>
          </a:p>
        </p:txBody>
      </p:sp>
      <p:sp>
        <p:nvSpPr>
          <p:cNvPr id="8" name="文字版面配置區 2"/>
          <p:cNvSpPr>
            <a:spLocks noGrp="1"/>
          </p:cNvSpPr>
          <p:nvPr>
            <p:ph type="body" idx="1"/>
          </p:nvPr>
        </p:nvSpPr>
        <p:spPr>
          <a:xfrm>
            <a:off x="819727" y="1102427"/>
            <a:ext cx="10552620" cy="5140684"/>
          </a:xfrm>
          <a:prstGeom prst="rect">
            <a:avLst/>
          </a:prstGeom>
        </p:spPr>
        <p:txBody>
          <a:bodyPr vert="horz" lIns="121736" tIns="60868" rIns="121736" bIns="60868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標題版面配置區 1"/>
          <p:cNvSpPr>
            <a:spLocks noGrp="1"/>
          </p:cNvSpPr>
          <p:nvPr>
            <p:ph type="title"/>
          </p:nvPr>
        </p:nvSpPr>
        <p:spPr>
          <a:xfrm>
            <a:off x="1471100" y="371355"/>
            <a:ext cx="9746011" cy="394441"/>
          </a:xfrm>
          <a:prstGeom prst="rect">
            <a:avLst/>
          </a:prstGeom>
        </p:spPr>
        <p:txBody>
          <a:bodyPr vert="horz" lIns="121736" tIns="60868" rIns="121736" bIns="60868" rtlCol="0" anchor="ctr">
            <a:no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pic>
        <p:nvPicPr>
          <p:cNvPr id="11" name="圖片 10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64"/>
          <a:stretch>
            <a:fillRect/>
          </a:stretch>
        </p:blipFill>
        <p:spPr>
          <a:xfrm>
            <a:off x="132372" y="107200"/>
            <a:ext cx="554945" cy="546979"/>
          </a:xfrm>
          <a:prstGeom prst="rect">
            <a:avLst/>
          </a:prstGeom>
        </p:spPr>
      </p:pic>
      <p:sp>
        <p:nvSpPr>
          <p:cNvPr id="2" name="文字方塊 1"/>
          <p:cNvSpPr txBox="1"/>
          <p:nvPr userDrawn="1"/>
        </p:nvSpPr>
        <p:spPr>
          <a:xfrm>
            <a:off x="10808202" y="150589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Arial (本文)"/>
              </a:rPr>
              <a:t>20250421</a:t>
            </a:r>
            <a:endParaRPr lang="zh-TW" altLang="en-US" dirty="0">
              <a:latin typeface="Arial (本文)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>
              <a:lumMod val="85000"/>
              <a:lumOff val="15000"/>
            </a:schemeClr>
          </a:solidFill>
          <a:effectLst/>
          <a:latin typeface="Arial" panose="020B0604020202020204" pitchFamily="34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5pPr>
      <a:lvl6pPr marL="342265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6pPr>
      <a:lvl7pPr marL="685165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7pPr>
      <a:lvl8pPr marL="1027430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8pPr>
      <a:lvl9pPr marL="1369060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9pPr>
    </p:titleStyle>
    <p:bodyStyle>
      <a:lvl1pPr marL="256540" indent="-256540" algn="l" rtl="0" eaLnBrk="1" fontAlgn="base" hangingPunct="1">
        <a:spcBef>
          <a:spcPct val="20000"/>
        </a:spcBef>
        <a:spcAft>
          <a:spcPct val="0"/>
        </a:spcAft>
        <a:buChar char="•"/>
        <a:defRPr sz="2100" b="1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556260" indent="-213995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855345" indent="-170815" algn="l" rtl="0" eaLnBrk="1" fontAlgn="base" hangingPunct="1">
        <a:spcBef>
          <a:spcPct val="20000"/>
        </a:spcBef>
        <a:spcAft>
          <a:spcPct val="0"/>
        </a:spcAft>
        <a:buChar char="•"/>
        <a:defRPr sz="17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198245" indent="-170815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4pPr>
      <a:lvl5pPr marL="1540510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5pPr>
      <a:lvl6pPr marL="1882140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6pPr>
      <a:lvl7pPr marL="2225040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7pPr>
      <a:lvl8pPr marL="2567305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8pPr>
      <a:lvl9pPr marL="2909570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TW"/>
      </a:defPPr>
      <a:lvl1pPr marL="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42265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85165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2743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6906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71196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054225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39649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73939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32000">
              <a:schemeClr val="bg1"/>
            </a:gs>
            <a:gs pos="100000">
              <a:schemeClr val="bg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5"/>
          <p:cNvSpPr txBox="1"/>
          <p:nvPr/>
        </p:nvSpPr>
        <p:spPr>
          <a:xfrm>
            <a:off x="11634809" y="6569088"/>
            <a:ext cx="485422" cy="240315"/>
          </a:xfrm>
          <a:prstGeom prst="rect">
            <a:avLst/>
          </a:prstGeom>
        </p:spPr>
        <p:txBody>
          <a:bodyPr vert="horz" lIns="91302" tIns="45626" rIns="91302" bIns="45626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25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1997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69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defTabSz="608965"/>
            <a:fld id="{4614C4AD-4342-4FEE-A7F1-E1714887E7E9}" type="slidenum">
              <a:rPr lang="zh-TW" altLang="en-US" b="0" smtClean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zh-TW" altLang="en-US" b="0" dirty="0">
              <a:solidFill>
                <a:prstClr val="black">
                  <a:lumMod val="85000"/>
                  <a:lumOff val="15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4" y="6578563"/>
            <a:ext cx="1207911" cy="266732"/>
          </a:xfrm>
          <a:prstGeom prst="rect">
            <a:avLst/>
          </a:prstGeom>
          <a:noFill/>
        </p:spPr>
        <p:txBody>
          <a:bodyPr wrap="square" lIns="121736" tIns="60868" rIns="121736" bIns="60868" rtlCol="0">
            <a:spAutoFit/>
          </a:bodyPr>
          <a:lstStyle/>
          <a:p>
            <a:pPr defTabSz="608965"/>
            <a:r>
              <a:rPr lang="en-US" altLang="zh-CN" sz="900" b="1" i="1" dirty="0">
                <a:solidFill>
                  <a:srgbClr val="FF0000"/>
                </a:solidFill>
              </a:rPr>
              <a:t>Confidential</a:t>
            </a:r>
            <a:endParaRPr lang="zh-TW" altLang="en-US" sz="900" b="1" i="1" dirty="0">
              <a:solidFill>
                <a:srgbClr val="FF0000"/>
              </a:solidFill>
            </a:endParaRPr>
          </a:p>
        </p:txBody>
      </p:sp>
      <p:sp>
        <p:nvSpPr>
          <p:cNvPr id="8" name="文字版面配置區 2"/>
          <p:cNvSpPr>
            <a:spLocks noGrp="1"/>
          </p:cNvSpPr>
          <p:nvPr>
            <p:ph type="body" idx="1"/>
          </p:nvPr>
        </p:nvSpPr>
        <p:spPr>
          <a:xfrm>
            <a:off x="819727" y="1102427"/>
            <a:ext cx="10552620" cy="5140684"/>
          </a:xfrm>
          <a:prstGeom prst="rect">
            <a:avLst/>
          </a:prstGeom>
        </p:spPr>
        <p:txBody>
          <a:bodyPr vert="horz" lIns="121736" tIns="60868" rIns="121736" bIns="60868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標題版面配置區 1"/>
          <p:cNvSpPr>
            <a:spLocks noGrp="1"/>
          </p:cNvSpPr>
          <p:nvPr>
            <p:ph type="title"/>
          </p:nvPr>
        </p:nvSpPr>
        <p:spPr>
          <a:xfrm>
            <a:off x="1471100" y="371351"/>
            <a:ext cx="9746011" cy="394441"/>
          </a:xfrm>
          <a:prstGeom prst="rect">
            <a:avLst/>
          </a:prstGeom>
        </p:spPr>
        <p:txBody>
          <a:bodyPr vert="horz" lIns="121736" tIns="60868" rIns="121736" bIns="60868" rtlCol="0" anchor="ctr">
            <a:no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pic>
        <p:nvPicPr>
          <p:cNvPr id="11" name="圖片 10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64"/>
          <a:stretch>
            <a:fillRect/>
          </a:stretch>
        </p:blipFill>
        <p:spPr>
          <a:xfrm>
            <a:off x="132372" y="107196"/>
            <a:ext cx="554945" cy="5469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>
              <a:lumMod val="85000"/>
              <a:lumOff val="15000"/>
            </a:schemeClr>
          </a:solidFill>
          <a:effectLst/>
          <a:latin typeface="Arial" panose="020B0604020202020204" pitchFamily="34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5pPr>
      <a:lvl6pPr marL="342265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6pPr>
      <a:lvl7pPr marL="685165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7pPr>
      <a:lvl8pPr marL="1027430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8pPr>
      <a:lvl9pPr marL="1369060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9pPr>
    </p:titleStyle>
    <p:bodyStyle>
      <a:lvl1pPr marL="256540" indent="-256540" algn="l" rtl="0" eaLnBrk="1" fontAlgn="base" hangingPunct="1">
        <a:spcBef>
          <a:spcPct val="20000"/>
        </a:spcBef>
        <a:spcAft>
          <a:spcPct val="0"/>
        </a:spcAft>
        <a:buChar char="•"/>
        <a:defRPr sz="2100" b="1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556260" indent="-213995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855345" indent="-170815" algn="l" rtl="0" eaLnBrk="1" fontAlgn="base" hangingPunct="1">
        <a:spcBef>
          <a:spcPct val="20000"/>
        </a:spcBef>
        <a:spcAft>
          <a:spcPct val="0"/>
        </a:spcAft>
        <a:buChar char="•"/>
        <a:defRPr sz="17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198245" indent="-170815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4pPr>
      <a:lvl5pPr marL="1540510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5pPr>
      <a:lvl6pPr marL="1882140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6pPr>
      <a:lvl7pPr marL="2225040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7pPr>
      <a:lvl8pPr marL="2567305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8pPr>
      <a:lvl9pPr marL="2909570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TW"/>
      </a:defPPr>
      <a:lvl1pPr marL="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42265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85165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2743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6906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71196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054225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39649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73939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64"/>
          <a:stretch>
            <a:fillRect/>
          </a:stretch>
        </p:blipFill>
        <p:spPr>
          <a:xfrm>
            <a:off x="132373" y="107203"/>
            <a:ext cx="554945" cy="546979"/>
          </a:xfrm>
          <a:prstGeom prst="rect">
            <a:avLst/>
          </a:prstGeom>
        </p:spPr>
      </p:pic>
      <p:sp>
        <p:nvSpPr>
          <p:cNvPr id="4" name="投影片編號版面配置區 5"/>
          <p:cNvSpPr txBox="1"/>
          <p:nvPr userDrawn="1"/>
        </p:nvSpPr>
        <p:spPr>
          <a:xfrm>
            <a:off x="11634810" y="6569095"/>
            <a:ext cx="485423" cy="240315"/>
          </a:xfrm>
          <a:prstGeom prst="rect">
            <a:avLst/>
          </a:prstGeom>
        </p:spPr>
        <p:txBody>
          <a:bodyPr vert="horz" lIns="91303" tIns="45627" rIns="91303" bIns="45627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25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1997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69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defTabSz="608965"/>
            <a:fld id="{4614C4AD-4342-4FEE-A7F1-E1714887E7E9}" type="slidenum">
              <a:rPr lang="zh-TW" altLang="en-US" sz="1000" b="0" smtClean="0">
                <a:solidFill>
                  <a:prstClr val="black">
                    <a:lumMod val="85000"/>
                    <a:lumOff val="15000"/>
                  </a:prstClr>
                </a:solidFill>
                <a:cs typeface="Calibri" panose="020F0502020204030204" pitchFamily="34" charset="0"/>
              </a:rPr>
              <a:t>‹#›</a:t>
            </a:fld>
            <a:endParaRPr lang="zh-TW" altLang="en-US" sz="1000" b="0" dirty="0">
              <a:solidFill>
                <a:prstClr val="black">
                  <a:lumMod val="85000"/>
                  <a:lumOff val="15000"/>
                </a:prstClr>
              </a:solidFill>
              <a:cs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6180" rtl="0" eaLnBrk="1" latinLnBrk="0" hangingPunct="1">
        <a:lnSpc>
          <a:spcPct val="90000"/>
        </a:lnSpc>
        <a:spcBef>
          <a:spcPct val="0"/>
        </a:spcBef>
        <a:buNone/>
        <a:defRPr sz="5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18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482725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2075180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668905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261995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854450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448175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040630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2455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8618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7927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71725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6545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57905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50995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4472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64"/>
          <a:stretch>
            <a:fillRect/>
          </a:stretch>
        </p:blipFill>
        <p:spPr>
          <a:xfrm>
            <a:off x="132373" y="107205"/>
            <a:ext cx="554945" cy="546979"/>
          </a:xfrm>
          <a:prstGeom prst="rect">
            <a:avLst/>
          </a:prstGeom>
        </p:spPr>
      </p:pic>
      <p:sp>
        <p:nvSpPr>
          <p:cNvPr id="4" name="投影片編號版面配置區 5"/>
          <p:cNvSpPr txBox="1"/>
          <p:nvPr userDrawn="1"/>
        </p:nvSpPr>
        <p:spPr>
          <a:xfrm>
            <a:off x="11634810" y="6569097"/>
            <a:ext cx="485423" cy="240315"/>
          </a:xfrm>
          <a:prstGeom prst="rect">
            <a:avLst/>
          </a:prstGeom>
        </p:spPr>
        <p:txBody>
          <a:bodyPr vert="horz" lIns="91267" tIns="45608" rIns="91267" bIns="45608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25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1997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69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defTabSz="608965"/>
            <a:fld id="{4614C4AD-4342-4FEE-A7F1-E1714887E7E9}" type="slidenum">
              <a:rPr lang="zh-TW" altLang="en-US" sz="1000" b="0" smtClean="0">
                <a:solidFill>
                  <a:prstClr val="black">
                    <a:lumMod val="85000"/>
                    <a:lumOff val="15000"/>
                  </a:prstClr>
                </a:solidFill>
                <a:cs typeface="Calibri" panose="020F0502020204030204" pitchFamily="34" charset="0"/>
              </a:rPr>
              <a:t>‹#›</a:t>
            </a:fld>
            <a:endParaRPr lang="zh-TW" altLang="en-US" sz="1000" b="0" dirty="0">
              <a:solidFill>
                <a:prstClr val="black">
                  <a:lumMod val="85000"/>
                  <a:lumOff val="15000"/>
                </a:prstClr>
              </a:solidFill>
              <a:cs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5545" rtl="0" eaLnBrk="1" latinLnBrk="0" hangingPunct="1">
        <a:lnSpc>
          <a:spcPct val="90000"/>
        </a:lnSpc>
        <a:spcBef>
          <a:spcPct val="0"/>
        </a:spcBef>
        <a:buNone/>
        <a:defRPr sz="5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554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88365" indent="-296545" algn="l" defTabSz="1185545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482090" indent="-296545" algn="l" defTabSz="1185545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2074545" indent="-296545" algn="l" defTabSz="1185545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667635" indent="-296545" algn="l" defTabSz="1185545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260725" indent="-296545" algn="l" defTabSz="1185545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853180" indent="-296545" algn="l" defTabSz="1185545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446270" indent="-296545" algn="l" defTabSz="1185545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038725" indent="-296545" algn="l" defTabSz="1185545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55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2455" algn="l" defTabSz="11855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85545" algn="l" defTabSz="11855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78635" algn="l" defTabSz="11855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71090" algn="l" defTabSz="11855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64180" algn="l" defTabSz="11855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56635" algn="l" defTabSz="11855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49090" algn="l" defTabSz="11855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42815" algn="l" defTabSz="11855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1"/>
          <p:cNvSpPr>
            <a:spLocks noChangeArrowheads="1"/>
          </p:cNvSpPr>
          <p:nvPr userDrawn="1"/>
        </p:nvSpPr>
        <p:spPr bwMode="auto">
          <a:xfrm>
            <a:off x="565514" y="6509971"/>
            <a:ext cx="2171831" cy="15388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80051" tIns="0" rIns="80051" bIns="0">
            <a:spAutoFit/>
          </a:bodyPr>
          <a:lstStyle/>
          <a:p>
            <a:pPr algn="ctr" defTabSz="80200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技術保密資訊，未經授權禁止擴散</a:t>
            </a:r>
            <a:endParaRPr lang="en-US" altLang="zh-CN" sz="1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5"/>
          <p:cNvSpPr>
            <a:spLocks noChangeArrowheads="1"/>
          </p:cNvSpPr>
          <p:nvPr userDrawn="1"/>
        </p:nvSpPr>
        <p:spPr bwMode="auto">
          <a:xfrm>
            <a:off x="5654442" y="6509971"/>
            <a:ext cx="791881" cy="1538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/>
          <a:lstStyle/>
          <a:p>
            <a:pPr algn="ctr" defTabSz="9144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de-DE" altLang="zh-CN" sz="1000" dirty="0">
                <a:solidFill>
                  <a:srgbClr val="000000"/>
                </a:solidFill>
                <a:latin typeface="微软雅黑"/>
                <a:ea typeface="微软雅黑"/>
              </a:rPr>
              <a:t> </a:t>
            </a:r>
            <a:r>
              <a:rPr lang="zh-CN" altLang="en-US" sz="1000" dirty="0">
                <a:solidFill>
                  <a:srgbClr val="000000"/>
                </a:solidFill>
                <a:latin typeface="微软雅黑"/>
                <a:ea typeface="微软雅黑"/>
              </a:rPr>
              <a:t>第 </a:t>
            </a:r>
            <a:fld id="{47EEDE97-CC53-4B3F-83FB-38A17C43EFA3}" type="slidenum">
              <a:rPr lang="de-DE" altLang="zh-CN" sz="1400" smtClean="0">
                <a:solidFill>
                  <a:srgbClr val="000000"/>
                </a:solidFill>
                <a:latin typeface="微软雅黑"/>
                <a:ea typeface="微软雅黑"/>
              </a:rPr>
              <a:t>‹#›</a:t>
            </a:fld>
            <a:r>
              <a:rPr lang="de-DE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 </a:t>
            </a:r>
            <a:r>
              <a:rPr lang="zh-CN" altLang="en-US" sz="1000" dirty="0">
                <a:solidFill>
                  <a:srgbClr val="000000"/>
                </a:solidFill>
                <a:latin typeface="微软雅黑"/>
                <a:ea typeface="微软雅黑"/>
              </a:rPr>
              <a:t>頁</a:t>
            </a:r>
            <a:endParaRPr lang="en-GB" altLang="zh-CN" sz="100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12" y="6450966"/>
            <a:ext cx="935861" cy="2128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</p:sldLayoutIdLst>
  <p:hf hdr="0" dt="0"/>
  <p:txStyles>
    <p:titleStyle>
      <a:lvl1pPr>
        <a:defRPr sz="2400" b="1">
          <a:solidFill>
            <a:srgbClr val="C00000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0965">
        <a:defRPr>
          <a:latin typeface="+mn-lt"/>
          <a:ea typeface="+mn-ea"/>
          <a:cs typeface="+mn-cs"/>
        </a:defRPr>
      </a:lvl4pPr>
      <a:lvl5pPr marL="1828165">
        <a:defRPr>
          <a:latin typeface="+mn-lt"/>
          <a:ea typeface="+mn-ea"/>
          <a:cs typeface="+mn-cs"/>
        </a:defRPr>
      </a:lvl5pPr>
      <a:lvl6pPr marL="2285365">
        <a:defRPr>
          <a:latin typeface="+mn-lt"/>
          <a:ea typeface="+mn-ea"/>
          <a:cs typeface="+mn-cs"/>
        </a:defRPr>
      </a:lvl6pPr>
      <a:lvl7pPr marL="2742565">
        <a:defRPr>
          <a:latin typeface="+mn-lt"/>
          <a:ea typeface="+mn-ea"/>
          <a:cs typeface="+mn-cs"/>
        </a:defRPr>
      </a:lvl7pPr>
      <a:lvl8pPr marL="3199765">
        <a:defRPr>
          <a:latin typeface="+mn-lt"/>
          <a:ea typeface="+mn-ea"/>
          <a:cs typeface="+mn-cs"/>
        </a:defRPr>
      </a:lvl8pPr>
      <a:lvl9pPr marL="3655695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0965">
        <a:defRPr>
          <a:latin typeface="+mn-lt"/>
          <a:ea typeface="+mn-ea"/>
          <a:cs typeface="+mn-cs"/>
        </a:defRPr>
      </a:lvl4pPr>
      <a:lvl5pPr marL="1828165">
        <a:defRPr>
          <a:latin typeface="+mn-lt"/>
          <a:ea typeface="+mn-ea"/>
          <a:cs typeface="+mn-cs"/>
        </a:defRPr>
      </a:lvl5pPr>
      <a:lvl6pPr marL="2285365">
        <a:defRPr>
          <a:latin typeface="+mn-lt"/>
          <a:ea typeface="+mn-ea"/>
          <a:cs typeface="+mn-cs"/>
        </a:defRPr>
      </a:lvl6pPr>
      <a:lvl7pPr marL="2742565">
        <a:defRPr>
          <a:latin typeface="+mn-lt"/>
          <a:ea typeface="+mn-ea"/>
          <a:cs typeface="+mn-cs"/>
        </a:defRPr>
      </a:lvl7pPr>
      <a:lvl8pPr marL="3199765">
        <a:defRPr>
          <a:latin typeface="+mn-lt"/>
          <a:ea typeface="+mn-ea"/>
          <a:cs typeface="+mn-cs"/>
        </a:defRPr>
      </a:lvl8pPr>
      <a:lvl9pPr marL="3655695">
        <a:defRPr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075068" y="330200"/>
            <a:ext cx="7775416" cy="618067"/>
          </a:xfrm>
          <a:prstGeom prst="rect">
            <a:avLst/>
          </a:prstGeom>
        </p:spPr>
        <p:txBody>
          <a:bodyPr vert="horz" lIns="74054" tIns="37027" rIns="74054" bIns="37027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1408" y="1173865"/>
            <a:ext cx="10958723" cy="4351748"/>
          </a:xfrm>
          <a:prstGeom prst="rect">
            <a:avLst/>
          </a:prstGeom>
        </p:spPr>
        <p:txBody>
          <a:bodyPr vert="horz" lIns="74054" tIns="37027" rIns="74054" bIns="37027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56449" y="6553200"/>
            <a:ext cx="1604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ZDT</a:t>
            </a:r>
            <a:r>
              <a:rPr lang="zh-TW" altLang="en-US" sz="12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12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 A</a:t>
            </a:r>
            <a:endParaRPr lang="zh-TW" altLang="en-US" sz="1200" b="1" i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36" y="103871"/>
            <a:ext cx="634039" cy="548688"/>
          </a:xfrm>
          <a:prstGeom prst="rect">
            <a:avLst/>
          </a:prstGeom>
        </p:spPr>
      </p:pic>
      <p:sp>
        <p:nvSpPr>
          <p:cNvPr id="48" name="文字方塊 47"/>
          <p:cNvSpPr txBox="1"/>
          <p:nvPr/>
        </p:nvSpPr>
        <p:spPr>
          <a:xfrm>
            <a:off x="11650137" y="6553207"/>
            <a:ext cx="482639" cy="26160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fld id="{E56DF32C-20D5-432E-A5AC-43143F655CDB}" type="slidenum">
              <a:rPr lang="zh-TW" altLang="en-US" sz="11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zh-TW" altLang="en-US" sz="11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0" name="圖片 4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42" y="103871"/>
            <a:ext cx="634039" cy="5486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</p:sldLayoutIdLst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hf hdr="0" dt="0"/>
  <p:txStyles>
    <p:titleStyle>
      <a:lvl1pPr algn="l" defTabSz="81661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</p:titleStyle>
    <p:bodyStyle>
      <a:lvl1pPr marL="204470" indent="-204470" algn="l" defTabSz="816610" rtl="0" eaLnBrk="1" latinLnBrk="0" hangingPunct="1">
        <a:lnSpc>
          <a:spcPct val="90000"/>
        </a:lnSpc>
        <a:spcBef>
          <a:spcPct val="221000"/>
        </a:spcBef>
        <a:buFont typeface="Arial" panose="020B0604020202020204" pitchFamily="34" charset="0"/>
        <a:buChar char="•"/>
        <a:defRPr sz="25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61277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21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102108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42875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4pPr>
      <a:lvl5pPr marL="183705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5pPr>
      <a:lvl6pPr marL="224472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65303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06133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64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830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661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491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258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4089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4919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50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6580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040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1" y="2625390"/>
            <a:ext cx="1967204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公司輔助色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1"/>
          <p:cNvSpPr>
            <a:spLocks noChangeArrowheads="1"/>
          </p:cNvSpPr>
          <p:nvPr userDrawn="1"/>
        </p:nvSpPr>
        <p:spPr bwMode="auto">
          <a:xfrm>
            <a:off x="565543" y="6509971"/>
            <a:ext cx="2171773" cy="15388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80022" tIns="0" rIns="80022" bIns="0">
            <a:spAutoFit/>
          </a:bodyPr>
          <a:lstStyle/>
          <a:p>
            <a:pPr algn="ctr" defTabSz="8013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技術保密資訊，未經授權禁止擴散</a:t>
            </a:r>
            <a:endParaRPr lang="en-US" altLang="zh-CN" sz="1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5"/>
          <p:cNvSpPr>
            <a:spLocks noChangeArrowheads="1"/>
          </p:cNvSpPr>
          <p:nvPr userDrawn="1"/>
        </p:nvSpPr>
        <p:spPr bwMode="auto">
          <a:xfrm>
            <a:off x="5654442" y="6509971"/>
            <a:ext cx="791882" cy="1538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/>
          <a:lstStyle/>
          <a:p>
            <a:pPr algn="ctr" defTabSz="913765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de-DE" altLang="zh-CN" sz="1000" dirty="0">
                <a:solidFill>
                  <a:srgbClr val="000000"/>
                </a:solidFill>
                <a:latin typeface="微软雅黑"/>
                <a:ea typeface="微软雅黑"/>
              </a:rPr>
              <a:t> </a:t>
            </a:r>
            <a:r>
              <a:rPr lang="zh-CN" altLang="en-US" sz="1000" dirty="0">
                <a:solidFill>
                  <a:srgbClr val="000000"/>
                </a:solidFill>
                <a:latin typeface="微软雅黑"/>
                <a:ea typeface="微软雅黑"/>
              </a:rPr>
              <a:t>第 </a:t>
            </a:r>
            <a:fld id="{47EEDE97-CC53-4B3F-83FB-38A17C43EFA3}" type="slidenum">
              <a:rPr lang="de-DE" altLang="zh-CN" sz="1400" smtClean="0">
                <a:solidFill>
                  <a:srgbClr val="000000"/>
                </a:solidFill>
                <a:latin typeface="微软雅黑"/>
                <a:ea typeface="微软雅黑"/>
              </a:rPr>
              <a:t>‹#›</a:t>
            </a:fld>
            <a:r>
              <a:rPr lang="de-DE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 </a:t>
            </a:r>
            <a:r>
              <a:rPr lang="zh-CN" altLang="en-US" sz="1000" dirty="0">
                <a:solidFill>
                  <a:srgbClr val="000000"/>
                </a:solidFill>
                <a:latin typeface="微软雅黑"/>
                <a:ea typeface="微软雅黑"/>
              </a:rPr>
              <a:t>頁</a:t>
            </a:r>
            <a:endParaRPr lang="en-GB" altLang="zh-CN" sz="100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13" y="6450967"/>
            <a:ext cx="935861" cy="2128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</p:sldLayoutIdLst>
  <p:hf hdr="0" dt="0"/>
  <p:txStyles>
    <p:titleStyle>
      <a:lvl1pPr>
        <a:defRPr sz="2400" b="1">
          <a:solidFill>
            <a:srgbClr val="C00000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6565">
        <a:defRPr>
          <a:latin typeface="+mn-lt"/>
          <a:ea typeface="+mn-ea"/>
          <a:cs typeface="+mn-cs"/>
        </a:defRPr>
      </a:lvl2pPr>
      <a:lvl3pPr marL="913765">
        <a:defRPr>
          <a:latin typeface="+mn-lt"/>
          <a:ea typeface="+mn-ea"/>
          <a:cs typeface="+mn-cs"/>
        </a:defRPr>
      </a:lvl3pPr>
      <a:lvl4pPr marL="1370330">
        <a:defRPr>
          <a:latin typeface="+mn-lt"/>
          <a:ea typeface="+mn-ea"/>
          <a:cs typeface="+mn-cs"/>
        </a:defRPr>
      </a:lvl4pPr>
      <a:lvl5pPr marL="1827530">
        <a:defRPr>
          <a:latin typeface="+mn-lt"/>
          <a:ea typeface="+mn-ea"/>
          <a:cs typeface="+mn-cs"/>
        </a:defRPr>
      </a:lvl5pPr>
      <a:lvl6pPr marL="2284095">
        <a:defRPr>
          <a:latin typeface="+mn-lt"/>
          <a:ea typeface="+mn-ea"/>
          <a:cs typeface="+mn-cs"/>
        </a:defRPr>
      </a:lvl6pPr>
      <a:lvl7pPr marL="2741295">
        <a:defRPr>
          <a:latin typeface="+mn-lt"/>
          <a:ea typeface="+mn-ea"/>
          <a:cs typeface="+mn-cs"/>
        </a:defRPr>
      </a:lvl7pPr>
      <a:lvl8pPr marL="3197860">
        <a:defRPr>
          <a:latin typeface="+mn-lt"/>
          <a:ea typeface="+mn-ea"/>
          <a:cs typeface="+mn-cs"/>
        </a:defRPr>
      </a:lvl8pPr>
      <a:lvl9pPr marL="365506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6565">
        <a:defRPr>
          <a:latin typeface="+mn-lt"/>
          <a:ea typeface="+mn-ea"/>
          <a:cs typeface="+mn-cs"/>
        </a:defRPr>
      </a:lvl2pPr>
      <a:lvl3pPr marL="913765">
        <a:defRPr>
          <a:latin typeface="+mn-lt"/>
          <a:ea typeface="+mn-ea"/>
          <a:cs typeface="+mn-cs"/>
        </a:defRPr>
      </a:lvl3pPr>
      <a:lvl4pPr marL="1370330">
        <a:defRPr>
          <a:latin typeface="+mn-lt"/>
          <a:ea typeface="+mn-ea"/>
          <a:cs typeface="+mn-cs"/>
        </a:defRPr>
      </a:lvl4pPr>
      <a:lvl5pPr marL="1827530">
        <a:defRPr>
          <a:latin typeface="+mn-lt"/>
          <a:ea typeface="+mn-ea"/>
          <a:cs typeface="+mn-cs"/>
        </a:defRPr>
      </a:lvl5pPr>
      <a:lvl6pPr marL="2284095">
        <a:defRPr>
          <a:latin typeface="+mn-lt"/>
          <a:ea typeface="+mn-ea"/>
          <a:cs typeface="+mn-cs"/>
        </a:defRPr>
      </a:lvl6pPr>
      <a:lvl7pPr marL="2741295">
        <a:defRPr>
          <a:latin typeface="+mn-lt"/>
          <a:ea typeface="+mn-ea"/>
          <a:cs typeface="+mn-cs"/>
        </a:defRPr>
      </a:lvl7pPr>
      <a:lvl8pPr marL="3197860">
        <a:defRPr>
          <a:latin typeface="+mn-lt"/>
          <a:ea typeface="+mn-ea"/>
          <a:cs typeface="+mn-cs"/>
        </a:defRPr>
      </a:lvl8pPr>
      <a:lvl9pPr marL="3655060">
        <a:defRPr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2"/>
          <p:cNvSpPr txBox="1"/>
          <p:nvPr userDrawn="1"/>
        </p:nvSpPr>
        <p:spPr>
          <a:xfrm>
            <a:off x="1095040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3"/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1" y="2625390"/>
            <a:ext cx="1967204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公司輔助色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9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2"/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3"/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公司輔助色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699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380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044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1"/>
          <p:cNvSpPr>
            <a:spLocks noChangeArrowheads="1"/>
          </p:cNvSpPr>
          <p:nvPr userDrawn="1"/>
        </p:nvSpPr>
        <p:spPr bwMode="auto">
          <a:xfrm>
            <a:off x="565513" y="6509971"/>
            <a:ext cx="2171831" cy="15388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80051" tIns="0" rIns="80051" bIns="0">
            <a:spAutoFit/>
          </a:bodyPr>
          <a:lstStyle/>
          <a:p>
            <a:pPr algn="ctr" defTabSz="8013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技術保密資訊，未經授權禁止擴散</a:t>
            </a:r>
            <a:endParaRPr lang="en-US" altLang="zh-CN" sz="1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5"/>
          <p:cNvSpPr>
            <a:spLocks noChangeArrowheads="1"/>
          </p:cNvSpPr>
          <p:nvPr userDrawn="1"/>
        </p:nvSpPr>
        <p:spPr bwMode="auto">
          <a:xfrm>
            <a:off x="5654441" y="6509971"/>
            <a:ext cx="791882" cy="1538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/>
          <a:lstStyle/>
          <a:p>
            <a:pPr algn="ctr" defTabSz="913765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de-DE" altLang="zh-CN" sz="1000" dirty="0">
                <a:solidFill>
                  <a:srgbClr val="000000"/>
                </a:solidFill>
                <a:latin typeface="微软雅黑"/>
                <a:ea typeface="微软雅黑"/>
              </a:rPr>
              <a:t> </a:t>
            </a:r>
            <a:r>
              <a:rPr lang="zh-CN" altLang="en-US" sz="1000" dirty="0">
                <a:solidFill>
                  <a:srgbClr val="000000"/>
                </a:solidFill>
                <a:latin typeface="微软雅黑"/>
                <a:ea typeface="微软雅黑"/>
              </a:rPr>
              <a:t>第 </a:t>
            </a:r>
            <a:fld id="{47EEDE97-CC53-4B3F-83FB-38A17C43EFA3}" type="slidenum">
              <a:rPr lang="de-DE" altLang="zh-CN" sz="1400" smtClean="0">
                <a:solidFill>
                  <a:srgbClr val="000000"/>
                </a:solidFill>
                <a:latin typeface="微软雅黑"/>
                <a:ea typeface="微软雅黑"/>
              </a:rPr>
              <a:t>‹#›</a:t>
            </a:fld>
            <a:r>
              <a:rPr lang="de-DE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 </a:t>
            </a:r>
            <a:r>
              <a:rPr lang="zh-CN" altLang="en-US" sz="1000" dirty="0">
                <a:solidFill>
                  <a:srgbClr val="000000"/>
                </a:solidFill>
                <a:latin typeface="微软雅黑"/>
                <a:ea typeface="微软雅黑"/>
              </a:rPr>
              <a:t>頁</a:t>
            </a:r>
            <a:endParaRPr lang="en-GB" altLang="zh-CN" sz="100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12" y="6450966"/>
            <a:ext cx="935861" cy="2128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hf hdr="0" dt="0"/>
  <p:txStyles>
    <p:titleStyle>
      <a:lvl1pPr>
        <a:defRPr sz="2400" b="1">
          <a:solidFill>
            <a:srgbClr val="C00000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3765">
        <a:defRPr>
          <a:latin typeface="+mn-lt"/>
          <a:ea typeface="+mn-ea"/>
          <a:cs typeface="+mn-cs"/>
        </a:defRPr>
      </a:lvl3pPr>
      <a:lvl4pPr marL="1370965">
        <a:defRPr>
          <a:latin typeface="+mn-lt"/>
          <a:ea typeface="+mn-ea"/>
          <a:cs typeface="+mn-cs"/>
        </a:defRPr>
      </a:lvl4pPr>
      <a:lvl5pPr marL="1828165">
        <a:defRPr>
          <a:latin typeface="+mn-lt"/>
          <a:ea typeface="+mn-ea"/>
          <a:cs typeface="+mn-cs"/>
        </a:defRPr>
      </a:lvl5pPr>
      <a:lvl6pPr marL="2285365">
        <a:defRPr>
          <a:latin typeface="+mn-lt"/>
          <a:ea typeface="+mn-ea"/>
          <a:cs typeface="+mn-cs"/>
        </a:defRPr>
      </a:lvl6pPr>
      <a:lvl7pPr marL="2741930">
        <a:defRPr>
          <a:latin typeface="+mn-lt"/>
          <a:ea typeface="+mn-ea"/>
          <a:cs typeface="+mn-cs"/>
        </a:defRPr>
      </a:lvl7pPr>
      <a:lvl8pPr marL="3199130">
        <a:defRPr>
          <a:latin typeface="+mn-lt"/>
          <a:ea typeface="+mn-ea"/>
          <a:cs typeface="+mn-cs"/>
        </a:defRPr>
      </a:lvl8pPr>
      <a:lvl9pPr marL="36563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3765">
        <a:defRPr>
          <a:latin typeface="+mn-lt"/>
          <a:ea typeface="+mn-ea"/>
          <a:cs typeface="+mn-cs"/>
        </a:defRPr>
      </a:lvl3pPr>
      <a:lvl4pPr marL="1370965">
        <a:defRPr>
          <a:latin typeface="+mn-lt"/>
          <a:ea typeface="+mn-ea"/>
          <a:cs typeface="+mn-cs"/>
        </a:defRPr>
      </a:lvl4pPr>
      <a:lvl5pPr marL="1828165">
        <a:defRPr>
          <a:latin typeface="+mn-lt"/>
          <a:ea typeface="+mn-ea"/>
          <a:cs typeface="+mn-cs"/>
        </a:defRPr>
      </a:lvl5pPr>
      <a:lvl6pPr marL="2285365">
        <a:defRPr>
          <a:latin typeface="+mn-lt"/>
          <a:ea typeface="+mn-ea"/>
          <a:cs typeface="+mn-cs"/>
        </a:defRPr>
      </a:lvl6pPr>
      <a:lvl7pPr marL="2741930">
        <a:defRPr>
          <a:latin typeface="+mn-lt"/>
          <a:ea typeface="+mn-ea"/>
          <a:cs typeface="+mn-cs"/>
        </a:defRPr>
      </a:lvl7pPr>
      <a:lvl8pPr marL="3199130">
        <a:defRPr>
          <a:latin typeface="+mn-lt"/>
          <a:ea typeface="+mn-ea"/>
          <a:cs typeface="+mn-cs"/>
        </a:defRPr>
      </a:lvl8pPr>
      <a:lvl9pPr marL="3656330">
        <a:defRPr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32000">
              <a:schemeClr val="bg1"/>
            </a:gs>
            <a:gs pos="100000">
              <a:schemeClr val="bg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5"/>
          <p:cNvSpPr txBox="1"/>
          <p:nvPr/>
        </p:nvSpPr>
        <p:spPr>
          <a:xfrm>
            <a:off x="11634809" y="6569092"/>
            <a:ext cx="485422" cy="240315"/>
          </a:xfrm>
          <a:prstGeom prst="rect">
            <a:avLst/>
          </a:prstGeom>
        </p:spPr>
        <p:txBody>
          <a:bodyPr vert="horz" lIns="91302" tIns="45626" rIns="91302" bIns="45626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25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1997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69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defTabSz="608965"/>
            <a:fld id="{4614C4AD-4342-4FEE-A7F1-E1714887E7E9}" type="slidenum">
              <a:rPr lang="zh-TW" altLang="en-US" b="0" smtClean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zh-TW" altLang="en-US" b="0" dirty="0">
              <a:solidFill>
                <a:prstClr val="black">
                  <a:lumMod val="85000"/>
                  <a:lumOff val="15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6" y="6578563"/>
            <a:ext cx="1207911" cy="266732"/>
          </a:xfrm>
          <a:prstGeom prst="rect">
            <a:avLst/>
          </a:prstGeom>
          <a:noFill/>
        </p:spPr>
        <p:txBody>
          <a:bodyPr wrap="square" lIns="121736" tIns="60868" rIns="121736" bIns="60868" rtlCol="0">
            <a:spAutoFit/>
          </a:bodyPr>
          <a:lstStyle/>
          <a:p>
            <a:pPr defTabSz="608965"/>
            <a:r>
              <a:rPr lang="en-US" altLang="zh-CN" sz="900" b="1" i="1" dirty="0">
                <a:solidFill>
                  <a:srgbClr val="FF0000"/>
                </a:solidFill>
              </a:rPr>
              <a:t>Confidential</a:t>
            </a:r>
            <a:endParaRPr lang="zh-TW" altLang="en-US" sz="900" b="1" i="1" dirty="0">
              <a:solidFill>
                <a:srgbClr val="FF0000"/>
              </a:solidFill>
            </a:endParaRPr>
          </a:p>
        </p:txBody>
      </p:sp>
      <p:sp>
        <p:nvSpPr>
          <p:cNvPr id="8" name="文字版面配置區 2"/>
          <p:cNvSpPr>
            <a:spLocks noGrp="1"/>
          </p:cNvSpPr>
          <p:nvPr>
            <p:ph type="body" idx="1"/>
          </p:nvPr>
        </p:nvSpPr>
        <p:spPr>
          <a:xfrm>
            <a:off x="819727" y="1102427"/>
            <a:ext cx="10552620" cy="5140684"/>
          </a:xfrm>
          <a:prstGeom prst="rect">
            <a:avLst/>
          </a:prstGeom>
        </p:spPr>
        <p:txBody>
          <a:bodyPr vert="horz" lIns="121736" tIns="60868" rIns="121736" bIns="60868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標題版面配置區 1"/>
          <p:cNvSpPr>
            <a:spLocks noGrp="1"/>
          </p:cNvSpPr>
          <p:nvPr>
            <p:ph type="title"/>
          </p:nvPr>
        </p:nvSpPr>
        <p:spPr>
          <a:xfrm>
            <a:off x="1471100" y="371355"/>
            <a:ext cx="9746011" cy="394441"/>
          </a:xfrm>
          <a:prstGeom prst="rect">
            <a:avLst/>
          </a:prstGeom>
        </p:spPr>
        <p:txBody>
          <a:bodyPr vert="horz" lIns="121736" tIns="60868" rIns="121736" bIns="60868" rtlCol="0" anchor="ctr">
            <a:no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pic>
        <p:nvPicPr>
          <p:cNvPr id="11" name="圖片 10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64"/>
          <a:stretch>
            <a:fillRect/>
          </a:stretch>
        </p:blipFill>
        <p:spPr>
          <a:xfrm>
            <a:off x="132372" y="107200"/>
            <a:ext cx="554945" cy="5469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>
              <a:lumMod val="85000"/>
              <a:lumOff val="15000"/>
            </a:schemeClr>
          </a:solidFill>
          <a:effectLst/>
          <a:latin typeface="Arial" panose="020B0604020202020204" pitchFamily="34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5pPr>
      <a:lvl6pPr marL="342265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6pPr>
      <a:lvl7pPr marL="685165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7pPr>
      <a:lvl8pPr marL="1027430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8pPr>
      <a:lvl9pPr marL="1369060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9pPr>
    </p:titleStyle>
    <p:bodyStyle>
      <a:lvl1pPr marL="256540" indent="-256540" algn="l" rtl="0" eaLnBrk="1" fontAlgn="base" hangingPunct="1">
        <a:spcBef>
          <a:spcPct val="20000"/>
        </a:spcBef>
        <a:spcAft>
          <a:spcPct val="0"/>
        </a:spcAft>
        <a:buChar char="•"/>
        <a:defRPr sz="2100" b="1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556260" indent="-213995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855345" indent="-170815" algn="l" rtl="0" eaLnBrk="1" fontAlgn="base" hangingPunct="1">
        <a:spcBef>
          <a:spcPct val="20000"/>
        </a:spcBef>
        <a:spcAft>
          <a:spcPct val="0"/>
        </a:spcAft>
        <a:buChar char="•"/>
        <a:defRPr sz="17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198245" indent="-170815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4pPr>
      <a:lvl5pPr marL="1540510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5pPr>
      <a:lvl6pPr marL="1882140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6pPr>
      <a:lvl7pPr marL="2225040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7pPr>
      <a:lvl8pPr marL="2567305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8pPr>
      <a:lvl9pPr marL="2909570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TW"/>
      </a:defPPr>
      <a:lvl1pPr marL="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42265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85165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2743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6906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71196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054225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39649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73939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64"/>
          <a:stretch>
            <a:fillRect/>
          </a:stretch>
        </p:blipFill>
        <p:spPr>
          <a:xfrm>
            <a:off x="132382" y="107208"/>
            <a:ext cx="554945" cy="546979"/>
          </a:xfrm>
          <a:prstGeom prst="rect">
            <a:avLst/>
          </a:prstGeom>
        </p:spPr>
      </p:pic>
      <p:sp>
        <p:nvSpPr>
          <p:cNvPr id="4" name="投影片編號版面配置區 5"/>
          <p:cNvSpPr txBox="1"/>
          <p:nvPr userDrawn="1"/>
        </p:nvSpPr>
        <p:spPr>
          <a:xfrm>
            <a:off x="11634822" y="6569100"/>
            <a:ext cx="485423" cy="240315"/>
          </a:xfrm>
          <a:prstGeom prst="rect">
            <a:avLst/>
          </a:prstGeom>
        </p:spPr>
        <p:txBody>
          <a:bodyPr vert="horz" lIns="91291" tIns="45627" rIns="91291" bIns="45627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25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1997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69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defTabSz="608965"/>
            <a:fld id="{4614C4AD-4342-4FEE-A7F1-E1714887E7E9}" type="slidenum">
              <a:rPr lang="zh-TW" altLang="en-US" sz="1100" b="0" smtClean="0">
                <a:solidFill>
                  <a:prstClr val="black">
                    <a:lumMod val="85000"/>
                    <a:lumOff val="15000"/>
                  </a:prstClr>
                </a:solidFill>
                <a:cs typeface="Calibri" panose="020F0502020204030204" pitchFamily="34" charset="0"/>
              </a:rPr>
              <a:t>‹#›</a:t>
            </a:fld>
            <a:endParaRPr lang="zh-TW" altLang="en-US" sz="1100" b="0" dirty="0">
              <a:solidFill>
                <a:prstClr val="black">
                  <a:lumMod val="85000"/>
                  <a:lumOff val="15000"/>
                </a:prstClr>
              </a:solidFill>
              <a:cs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6180" rtl="0" eaLnBrk="1" latinLnBrk="0" hangingPunct="1">
        <a:lnSpc>
          <a:spcPct val="90000"/>
        </a:lnSpc>
        <a:spcBef>
          <a:spcPct val="0"/>
        </a:spcBef>
        <a:buNone/>
        <a:defRPr sz="5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18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482725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2074545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668270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261360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853815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447540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039995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2455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8618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7927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7109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64815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5727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5036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44085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09600" y="700617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lIns="78614" tIns="39306" rIns="78614" bIns="39306" anchor="ctr" anchorCtr="0"/>
          <a:lstStyle/>
          <a:p>
            <a:pPr lvl="0"/>
            <a:r>
              <a:rPr lang="zh-CN" altLang="zh-CN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609600" y="2032001"/>
            <a:ext cx="10972800" cy="4349751"/>
          </a:xfrm>
          <a:prstGeom prst="rect">
            <a:avLst/>
          </a:prstGeom>
          <a:noFill/>
          <a:ln w="9525">
            <a:noFill/>
          </a:ln>
        </p:spPr>
        <p:txBody>
          <a:bodyPr lIns="78614" tIns="39306" rIns="78614" bIns="39306"/>
          <a:lstStyle/>
          <a:p>
            <a:pPr lvl="0"/>
            <a:r>
              <a:rPr lang="zh-CN" altLang="zh-CN" dirty="0"/>
              <a:t>单击此处编辑母版文本样式</a:t>
            </a:r>
          </a:p>
          <a:p>
            <a:pPr lvl="1"/>
            <a:r>
              <a:rPr lang="zh-CN" altLang="zh-CN" dirty="0"/>
              <a:t>第二级</a:t>
            </a:r>
          </a:p>
          <a:p>
            <a:pPr lvl="2"/>
            <a:r>
              <a:rPr lang="zh-CN" altLang="zh-CN" dirty="0"/>
              <a:t>第三级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0" y="6378024"/>
            <a:ext cx="12192000" cy="4800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408" tIns="47703" rIns="95408" bIns="47703" anchor="ctr"/>
          <a:lstStyle/>
          <a:p>
            <a:pPr algn="ctr" defTabSz="1087755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2000" dirty="0">
              <a:solidFill>
                <a:srgbClr val="FFFFFF"/>
              </a:solidFill>
            </a:endParaRPr>
          </a:p>
        </p:txBody>
      </p:sp>
      <p:sp>
        <p:nvSpPr>
          <p:cNvPr id="4" name="文字方塊 2"/>
          <p:cNvSpPr txBox="1"/>
          <p:nvPr userDrawn="1"/>
        </p:nvSpPr>
        <p:spPr>
          <a:xfrm>
            <a:off x="195628" y="6405332"/>
            <a:ext cx="2732021" cy="40483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121912" tIns="60956" rIns="121912" bIns="60956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48385" eaLnBrk="0" hangingPunct="0"/>
            <a:r>
              <a:rPr kumimoji="0" lang="en-US" altLang="zh-CN" sz="1865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ZDT Confidential B</a:t>
            </a:r>
            <a:endParaRPr kumimoji="0" lang="zh-TW" altLang="en-US" sz="1865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42" y="164355"/>
            <a:ext cx="2604489" cy="519440"/>
          </a:xfrm>
          <a:prstGeom prst="rect">
            <a:avLst/>
          </a:prstGeom>
        </p:spPr>
      </p:pic>
      <p:sp>
        <p:nvSpPr>
          <p:cNvPr id="6" name="矩形 102"/>
          <p:cNvSpPr/>
          <p:nvPr userDrawn="1"/>
        </p:nvSpPr>
        <p:spPr>
          <a:xfrm>
            <a:off x="2936192" y="1"/>
            <a:ext cx="9264352" cy="644691"/>
          </a:xfrm>
          <a:custGeom>
            <a:avLst/>
            <a:gdLst>
              <a:gd name="connsiteX0" fmla="*/ 0 w 6948264"/>
              <a:gd name="connsiteY0" fmla="*/ 0 h 483518"/>
              <a:gd name="connsiteX1" fmla="*/ 6948264 w 6948264"/>
              <a:gd name="connsiteY1" fmla="*/ 0 h 483518"/>
              <a:gd name="connsiteX2" fmla="*/ 6948264 w 6948264"/>
              <a:gd name="connsiteY2" fmla="*/ 483518 h 483518"/>
              <a:gd name="connsiteX3" fmla="*/ 0 w 6948264"/>
              <a:gd name="connsiteY3" fmla="*/ 483518 h 483518"/>
              <a:gd name="connsiteX4" fmla="*/ 0 w 6948264"/>
              <a:gd name="connsiteY4" fmla="*/ 0 h 483518"/>
              <a:gd name="connsiteX0-1" fmla="*/ 0 w 6948264"/>
              <a:gd name="connsiteY0-2" fmla="*/ 0 h 483518"/>
              <a:gd name="connsiteX1-3" fmla="*/ 6948264 w 6948264"/>
              <a:gd name="connsiteY1-4" fmla="*/ 0 h 483518"/>
              <a:gd name="connsiteX2-5" fmla="*/ 6948264 w 6948264"/>
              <a:gd name="connsiteY2-6" fmla="*/ 483518 h 483518"/>
              <a:gd name="connsiteX3-7" fmla="*/ 243840 w 6948264"/>
              <a:gd name="connsiteY3-8" fmla="*/ 483518 h 483518"/>
              <a:gd name="connsiteX4-9" fmla="*/ 0 w 6948264"/>
              <a:gd name="connsiteY4-10" fmla="*/ 0 h 483518"/>
              <a:gd name="connsiteX0-11" fmla="*/ 0 w 6948264"/>
              <a:gd name="connsiteY0-12" fmla="*/ 0 h 483518"/>
              <a:gd name="connsiteX1-13" fmla="*/ 6948264 w 6948264"/>
              <a:gd name="connsiteY1-14" fmla="*/ 0 h 483518"/>
              <a:gd name="connsiteX2-15" fmla="*/ 6948264 w 6948264"/>
              <a:gd name="connsiteY2-16" fmla="*/ 483518 h 483518"/>
              <a:gd name="connsiteX3-17" fmla="*/ 243840 w 6948264"/>
              <a:gd name="connsiteY3-18" fmla="*/ 483518 h 483518"/>
              <a:gd name="connsiteX4-19" fmla="*/ 0 w 6948264"/>
              <a:gd name="connsiteY4-20" fmla="*/ 0 h 483518"/>
              <a:gd name="connsiteX0-21" fmla="*/ 0 w 6948264"/>
              <a:gd name="connsiteY0-22" fmla="*/ 0 h 483518"/>
              <a:gd name="connsiteX1-23" fmla="*/ 6948264 w 6948264"/>
              <a:gd name="connsiteY1-24" fmla="*/ 0 h 483518"/>
              <a:gd name="connsiteX2-25" fmla="*/ 6948264 w 6948264"/>
              <a:gd name="connsiteY2-26" fmla="*/ 483518 h 483518"/>
              <a:gd name="connsiteX3-27" fmla="*/ 243840 w 6948264"/>
              <a:gd name="connsiteY3-28" fmla="*/ 483518 h 483518"/>
              <a:gd name="connsiteX4-29" fmla="*/ 0 w 6948264"/>
              <a:gd name="connsiteY4-30" fmla="*/ 0 h 483518"/>
              <a:gd name="connsiteX0-31" fmla="*/ 0 w 6948264"/>
              <a:gd name="connsiteY0-32" fmla="*/ 0 h 483518"/>
              <a:gd name="connsiteX1-33" fmla="*/ 6948264 w 6948264"/>
              <a:gd name="connsiteY1-34" fmla="*/ 0 h 483518"/>
              <a:gd name="connsiteX2-35" fmla="*/ 6948264 w 6948264"/>
              <a:gd name="connsiteY2-36" fmla="*/ 483518 h 483518"/>
              <a:gd name="connsiteX3-37" fmla="*/ 243840 w 6948264"/>
              <a:gd name="connsiteY3-38" fmla="*/ 483518 h 483518"/>
              <a:gd name="connsiteX4-39" fmla="*/ 0 w 6948264"/>
              <a:gd name="connsiteY4-40" fmla="*/ 0 h 4835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948264" h="483518">
                <a:moveTo>
                  <a:pt x="0" y="0"/>
                </a:moveTo>
                <a:lnTo>
                  <a:pt x="6948264" y="0"/>
                </a:lnTo>
                <a:lnTo>
                  <a:pt x="6948264" y="483518"/>
                </a:lnTo>
                <a:lnTo>
                  <a:pt x="243840" y="483518"/>
                </a:lnTo>
                <a:cubicBezTo>
                  <a:pt x="10160" y="451885"/>
                  <a:pt x="81280" y="161173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000099"/>
              </a:gs>
              <a:gs pos="73000">
                <a:schemeClr val="tx2"/>
              </a:gs>
              <a:gs pos="100000">
                <a:srgbClr val="000099">
                  <a:alpha val="39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53" tIns="60927" rIns="121853" bIns="60927" rtlCol="0" anchor="ctr"/>
          <a:lstStyle/>
          <a:p>
            <a:pPr defTabSz="1048385">
              <a:defRPr/>
            </a:pPr>
            <a:endParaRPr kumimoji="0" lang="en-US" altLang="zh-CN" sz="3735" b="1" dirty="0">
              <a:solidFill>
                <a:srgbClr val="FFFFFF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735" b="1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735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735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735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735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5pPr>
      <a:lvl6pPr marL="523875" algn="ctr" rtl="0" eaLnBrk="0" fontAlgn="base" hangingPunct="0">
        <a:spcBef>
          <a:spcPct val="0"/>
        </a:spcBef>
        <a:spcAft>
          <a:spcPct val="0"/>
        </a:spcAft>
        <a:defRPr sz="3735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6pPr>
      <a:lvl7pPr marL="1048385" algn="ctr" rtl="0" eaLnBrk="0" fontAlgn="base" hangingPunct="0">
        <a:spcBef>
          <a:spcPct val="0"/>
        </a:spcBef>
        <a:spcAft>
          <a:spcPct val="0"/>
        </a:spcAft>
        <a:defRPr sz="3735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7pPr>
      <a:lvl8pPr marL="1572260" algn="ctr" rtl="0" eaLnBrk="0" fontAlgn="base" hangingPunct="0">
        <a:spcBef>
          <a:spcPct val="0"/>
        </a:spcBef>
        <a:spcAft>
          <a:spcPct val="0"/>
        </a:spcAft>
        <a:defRPr sz="3735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8pPr>
      <a:lvl9pPr marL="2097405" algn="ctr" rtl="0" eaLnBrk="0" fontAlgn="base" hangingPunct="0">
        <a:spcBef>
          <a:spcPct val="0"/>
        </a:spcBef>
        <a:spcAft>
          <a:spcPct val="0"/>
        </a:spcAft>
        <a:defRPr sz="3735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9pPr>
    </p:titleStyle>
    <p:bodyStyle>
      <a:lvl1pPr marL="389255" indent="-389255" algn="l" defTabSz="0" rtl="0" eaLnBrk="0" fontAlgn="base" hangingPunct="0">
        <a:lnSpc>
          <a:spcPct val="2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2265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848995" indent="-324485" algn="l" defTabSz="0" rtl="0" eaLnBrk="0" fontAlgn="base" hangingPunct="0">
        <a:lnSpc>
          <a:spcPct val="20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2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308100" indent="-258445" algn="l" defTabSz="0" rtl="0" eaLnBrk="0" fontAlgn="base" hangingPunct="0">
        <a:lnSpc>
          <a:spcPct val="20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831340" indent="-258445" algn="l" defTabSz="0" rtl="0" eaLnBrk="0" fontAlgn="base" hangingPunct="0">
        <a:lnSpc>
          <a:spcPct val="20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865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356485" indent="-258445" algn="l" defTabSz="0" rtl="0" eaLnBrk="0" fontAlgn="base" hangingPunct="0">
        <a:lnSpc>
          <a:spcPct val="20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865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880995" indent="-259715" algn="l" defTabSz="0" rtl="0" eaLnBrk="0" fontAlgn="base" hangingPunct="0">
        <a:lnSpc>
          <a:spcPct val="20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865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6pPr>
      <a:lvl7pPr marL="3405505" indent="-259715" algn="l" defTabSz="0" rtl="0" eaLnBrk="0" fontAlgn="base" hangingPunct="0">
        <a:lnSpc>
          <a:spcPct val="20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865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7pPr>
      <a:lvl8pPr marL="3929380" indent="-259715" algn="l" defTabSz="0" rtl="0" eaLnBrk="0" fontAlgn="base" hangingPunct="0">
        <a:lnSpc>
          <a:spcPct val="20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865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8pPr>
      <a:lvl9pPr marL="4453255" indent="-259715" algn="l" defTabSz="0" rtl="0" eaLnBrk="0" fontAlgn="base" hangingPunct="0">
        <a:lnSpc>
          <a:spcPct val="20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865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9pPr>
    </p:bodyStyle>
    <p:otherStyle>
      <a:defPPr>
        <a:defRPr lang="zh-CN"/>
      </a:defPPr>
      <a:lvl1pPr marL="0" algn="l" defTabSz="10483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23875" algn="l" defTabSz="10483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48385" algn="l" defTabSz="10483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72260" algn="l" defTabSz="10483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7405" algn="l" defTabSz="10483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621280" algn="l" defTabSz="10483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algn="l" defTabSz="10483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69665" algn="l" defTabSz="10483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93540" algn="l" defTabSz="10483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8"/>
            </p:custDataLst>
          </p:nvPr>
        </p:nvGraphicFramePr>
        <p:xfrm>
          <a:off x="1588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9" imgW="0" imgH="0" progId="TCLayout.ActiveDocument.1">
                  <p:embed/>
                </p:oleObj>
              </mc:Choice>
              <mc:Fallback>
                <p:oleObj name="think-cell 幻灯片" r:id="rId19" imgW="0" imgH="0" progId="TCLayout.ActiveDocument.1">
                  <p:embed/>
                  <p:pic>
                    <p:nvPicPr>
                      <p:cNvPr id="0" name="对象 1" hidden="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2" y="2625392"/>
            <a:ext cx="1962556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76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公司輔助色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76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1" cstate="screen"/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  <p:sp>
        <p:nvSpPr>
          <p:cNvPr id="46" name="TextBox 2"/>
          <p:cNvSpPr txBox="1"/>
          <p:nvPr userDrawn="1"/>
        </p:nvSpPr>
        <p:spPr>
          <a:xfrm>
            <a:off x="1095039" y="6356939"/>
            <a:ext cx="28532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/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Proprietary – Restricted Distribution</a:t>
            </a:r>
          </a:p>
        </p:txBody>
      </p:sp>
      <p:sp>
        <p:nvSpPr>
          <p:cNvPr id="48" name="TextBox 3"/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0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699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380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044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2" y="2625392"/>
            <a:ext cx="1962556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76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公司輔助色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76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18" cstate="screen"/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  <p:sp>
        <p:nvSpPr>
          <p:cNvPr id="46" name="TextBox 2"/>
          <p:cNvSpPr txBox="1"/>
          <p:nvPr userDrawn="1"/>
        </p:nvSpPr>
        <p:spPr>
          <a:xfrm>
            <a:off x="1095039" y="6356939"/>
            <a:ext cx="28532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/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Proprietary – Restricted Distribution</a:t>
            </a:r>
          </a:p>
        </p:txBody>
      </p:sp>
      <p:sp>
        <p:nvSpPr>
          <p:cNvPr id="48" name="TextBox 3"/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0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699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380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044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64"/>
          <a:stretch>
            <a:fillRect/>
          </a:stretch>
        </p:blipFill>
        <p:spPr>
          <a:xfrm>
            <a:off x="132381" y="107207"/>
            <a:ext cx="554945" cy="546979"/>
          </a:xfrm>
          <a:prstGeom prst="rect">
            <a:avLst/>
          </a:prstGeom>
        </p:spPr>
      </p:pic>
      <p:sp>
        <p:nvSpPr>
          <p:cNvPr id="4" name="投影片編號版面配置區 5"/>
          <p:cNvSpPr txBox="1"/>
          <p:nvPr userDrawn="1"/>
        </p:nvSpPr>
        <p:spPr>
          <a:xfrm>
            <a:off x="11634820" y="6569099"/>
            <a:ext cx="485423" cy="240315"/>
          </a:xfrm>
          <a:prstGeom prst="rect">
            <a:avLst/>
          </a:prstGeom>
        </p:spPr>
        <p:txBody>
          <a:bodyPr vert="horz" lIns="91290" tIns="45626" rIns="91290" bIns="45626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25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1997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69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defTabSz="608965"/>
            <a:fld id="{4614C4AD-4342-4FEE-A7F1-E1714887E7E9}" type="slidenum">
              <a:rPr lang="zh-TW" altLang="en-US" sz="1100" b="0" smtClean="0">
                <a:solidFill>
                  <a:prstClr val="black">
                    <a:lumMod val="85000"/>
                    <a:lumOff val="15000"/>
                  </a:prstClr>
                </a:solidFill>
                <a:cs typeface="Calibri" panose="020F0502020204030204" pitchFamily="34" charset="0"/>
              </a:rPr>
              <a:t>‹#›</a:t>
            </a:fld>
            <a:endParaRPr lang="zh-TW" altLang="en-US" sz="1100" b="0" dirty="0">
              <a:solidFill>
                <a:prstClr val="black">
                  <a:lumMod val="85000"/>
                  <a:lumOff val="15000"/>
                </a:prstClr>
              </a:solidFill>
              <a:cs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6180" rtl="0" eaLnBrk="1" latinLnBrk="0" hangingPunct="1">
        <a:lnSpc>
          <a:spcPct val="90000"/>
        </a:lnSpc>
        <a:spcBef>
          <a:spcPct val="0"/>
        </a:spcBef>
        <a:buNone/>
        <a:defRPr sz="5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18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482725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2074545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668270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261360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853815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447540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039995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2455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8618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7927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7109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64815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5727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5036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44085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1" y="2625390"/>
            <a:ext cx="1967204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公司輔助色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9"/>
            </p:custDataLst>
          </p:nvPr>
        </p:nvGraphicFramePr>
        <p:xfrm>
          <a:off x="1588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0" imgW="0" imgH="0" progId="TCLayout.ActiveDocument.1">
                  <p:embed/>
                </p:oleObj>
              </mc:Choice>
              <mc:Fallback>
                <p:oleObj name="think-cell 幻灯片" r:id="rId20" imgW="0" imgH="0" progId="TCLayout.ActiveDocument.1">
                  <p:embed/>
                  <p:pic>
                    <p:nvPicPr>
                      <p:cNvPr id="0" name="对象 1" hidden="1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2" y="2625392"/>
            <a:ext cx="1962556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76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公司輔助色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76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2" cstate="screen"/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  <p:sp>
        <p:nvSpPr>
          <p:cNvPr id="46" name="TextBox 2"/>
          <p:cNvSpPr txBox="1"/>
          <p:nvPr userDrawn="1"/>
        </p:nvSpPr>
        <p:spPr>
          <a:xfrm>
            <a:off x="1095039" y="6356939"/>
            <a:ext cx="28532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/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Proprietary – Restricted Distribution</a:t>
            </a:r>
          </a:p>
        </p:txBody>
      </p:sp>
      <p:sp>
        <p:nvSpPr>
          <p:cNvPr id="48" name="TextBox 3"/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0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699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380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044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32000">
              <a:schemeClr val="bg1"/>
            </a:gs>
            <a:gs pos="100000">
              <a:schemeClr val="bg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5"/>
          <p:cNvSpPr txBox="1"/>
          <p:nvPr/>
        </p:nvSpPr>
        <p:spPr>
          <a:xfrm>
            <a:off x="11634809" y="6569092"/>
            <a:ext cx="485422" cy="240315"/>
          </a:xfrm>
          <a:prstGeom prst="rect">
            <a:avLst/>
          </a:prstGeom>
        </p:spPr>
        <p:txBody>
          <a:bodyPr vert="horz" lIns="91302" tIns="45626" rIns="91302" bIns="45626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25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1997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69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defTabSz="608965"/>
            <a:fld id="{4614C4AD-4342-4FEE-A7F1-E1714887E7E9}" type="slidenum">
              <a:rPr lang="zh-TW" altLang="en-US" b="0" smtClean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zh-TW" altLang="en-US" b="0" dirty="0">
              <a:solidFill>
                <a:prstClr val="black">
                  <a:lumMod val="85000"/>
                  <a:lumOff val="15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6" y="6578563"/>
            <a:ext cx="1207911" cy="266732"/>
          </a:xfrm>
          <a:prstGeom prst="rect">
            <a:avLst/>
          </a:prstGeom>
          <a:noFill/>
        </p:spPr>
        <p:txBody>
          <a:bodyPr wrap="square" lIns="121736" tIns="60868" rIns="121736" bIns="60868" rtlCol="0">
            <a:spAutoFit/>
          </a:bodyPr>
          <a:lstStyle/>
          <a:p>
            <a:pPr defTabSz="608965"/>
            <a:r>
              <a:rPr lang="en-US" altLang="zh-CN" sz="900" b="1" i="1" dirty="0">
                <a:solidFill>
                  <a:srgbClr val="FF0000"/>
                </a:solidFill>
              </a:rPr>
              <a:t>Confidential</a:t>
            </a:r>
            <a:endParaRPr lang="zh-TW" altLang="en-US" sz="900" b="1" i="1" dirty="0">
              <a:solidFill>
                <a:srgbClr val="FF0000"/>
              </a:solidFill>
            </a:endParaRPr>
          </a:p>
        </p:txBody>
      </p:sp>
      <p:sp>
        <p:nvSpPr>
          <p:cNvPr id="8" name="文字版面配置區 2"/>
          <p:cNvSpPr>
            <a:spLocks noGrp="1"/>
          </p:cNvSpPr>
          <p:nvPr>
            <p:ph type="body" idx="1"/>
          </p:nvPr>
        </p:nvSpPr>
        <p:spPr>
          <a:xfrm>
            <a:off x="819727" y="1102427"/>
            <a:ext cx="10552620" cy="5140684"/>
          </a:xfrm>
          <a:prstGeom prst="rect">
            <a:avLst/>
          </a:prstGeom>
        </p:spPr>
        <p:txBody>
          <a:bodyPr vert="horz" lIns="121736" tIns="60868" rIns="121736" bIns="60868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標題版面配置區 1"/>
          <p:cNvSpPr>
            <a:spLocks noGrp="1"/>
          </p:cNvSpPr>
          <p:nvPr>
            <p:ph type="title"/>
          </p:nvPr>
        </p:nvSpPr>
        <p:spPr>
          <a:xfrm>
            <a:off x="1471100" y="371355"/>
            <a:ext cx="9746011" cy="394441"/>
          </a:xfrm>
          <a:prstGeom prst="rect">
            <a:avLst/>
          </a:prstGeom>
        </p:spPr>
        <p:txBody>
          <a:bodyPr vert="horz" lIns="121736" tIns="60868" rIns="121736" bIns="60868" rtlCol="0" anchor="ctr">
            <a:no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pic>
        <p:nvPicPr>
          <p:cNvPr id="11" name="圖片 10"/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64"/>
          <a:stretch>
            <a:fillRect/>
          </a:stretch>
        </p:blipFill>
        <p:spPr>
          <a:xfrm>
            <a:off x="132372" y="107200"/>
            <a:ext cx="554945" cy="5469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>
              <a:lumMod val="85000"/>
              <a:lumOff val="15000"/>
            </a:schemeClr>
          </a:solidFill>
          <a:effectLst/>
          <a:latin typeface="Arial" panose="020B0604020202020204" pitchFamily="34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5pPr>
      <a:lvl6pPr marL="342265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6pPr>
      <a:lvl7pPr marL="685165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7pPr>
      <a:lvl8pPr marL="1027430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8pPr>
      <a:lvl9pPr marL="1369060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9pPr>
    </p:titleStyle>
    <p:bodyStyle>
      <a:lvl1pPr marL="256540" indent="-256540" algn="l" rtl="0" eaLnBrk="1" fontAlgn="base" hangingPunct="1">
        <a:spcBef>
          <a:spcPct val="20000"/>
        </a:spcBef>
        <a:spcAft>
          <a:spcPct val="0"/>
        </a:spcAft>
        <a:buChar char="•"/>
        <a:defRPr sz="2100" b="1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556260" indent="-213995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855345" indent="-170815" algn="l" rtl="0" eaLnBrk="1" fontAlgn="base" hangingPunct="1">
        <a:spcBef>
          <a:spcPct val="20000"/>
        </a:spcBef>
        <a:spcAft>
          <a:spcPct val="0"/>
        </a:spcAft>
        <a:buChar char="•"/>
        <a:defRPr sz="17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198245" indent="-170815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4pPr>
      <a:lvl5pPr marL="1540510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5pPr>
      <a:lvl6pPr marL="1882140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6pPr>
      <a:lvl7pPr marL="2225040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7pPr>
      <a:lvl8pPr marL="2567305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8pPr>
      <a:lvl9pPr marL="2909570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TW"/>
      </a:defPPr>
      <a:lvl1pPr marL="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42265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85165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2743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6906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71196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054225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39649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73939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2"/>
          <p:cNvSpPr txBox="1"/>
          <p:nvPr userDrawn="1"/>
        </p:nvSpPr>
        <p:spPr>
          <a:xfrm>
            <a:off x="1095040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3"/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1" y="2625390"/>
            <a:ext cx="1967204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公司輔助色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32000">
              <a:schemeClr val="bg1"/>
            </a:gs>
            <a:gs pos="100000">
              <a:schemeClr val="bg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5"/>
          <p:cNvSpPr txBox="1"/>
          <p:nvPr/>
        </p:nvSpPr>
        <p:spPr>
          <a:xfrm>
            <a:off x="11634811" y="6569094"/>
            <a:ext cx="485422" cy="240314"/>
          </a:xfrm>
          <a:prstGeom prst="rect">
            <a:avLst/>
          </a:prstGeom>
        </p:spPr>
        <p:txBody>
          <a:bodyPr vert="horz" lIns="91279" tIns="45615" rIns="91279" bIns="45615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25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1997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69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defTabSz="608965"/>
            <a:fld id="{4614C4AD-4342-4FEE-A7F1-E1714887E7E9}" type="slidenum">
              <a:rPr lang="zh-TW" altLang="en-US" sz="1000" b="0" smtClean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zh-TW" altLang="en-US" sz="1000" b="0" dirty="0">
              <a:solidFill>
                <a:prstClr val="black">
                  <a:lumMod val="85000"/>
                  <a:lumOff val="15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9" y="6578564"/>
            <a:ext cx="1207910" cy="266732"/>
          </a:xfrm>
          <a:prstGeom prst="rect">
            <a:avLst/>
          </a:prstGeom>
          <a:noFill/>
        </p:spPr>
        <p:txBody>
          <a:bodyPr wrap="square" lIns="121705" tIns="60852" rIns="121705" bIns="60852" rtlCol="0">
            <a:spAutoFit/>
          </a:bodyPr>
          <a:lstStyle/>
          <a:p>
            <a:pPr defTabSz="608965"/>
            <a:r>
              <a:rPr lang="en-US" altLang="zh-CN" sz="900" b="1" i="1" dirty="0">
                <a:solidFill>
                  <a:srgbClr val="FF0000"/>
                </a:solidFill>
              </a:rPr>
              <a:t>Confidential</a:t>
            </a:r>
            <a:endParaRPr lang="zh-TW" altLang="en-US" sz="900" b="1" i="1" dirty="0">
              <a:solidFill>
                <a:srgbClr val="FF0000"/>
              </a:solidFill>
            </a:endParaRPr>
          </a:p>
        </p:txBody>
      </p:sp>
      <p:sp>
        <p:nvSpPr>
          <p:cNvPr id="8" name="文字版面配置區 2"/>
          <p:cNvSpPr>
            <a:spLocks noGrp="1"/>
          </p:cNvSpPr>
          <p:nvPr>
            <p:ph type="body" idx="1"/>
          </p:nvPr>
        </p:nvSpPr>
        <p:spPr>
          <a:xfrm>
            <a:off x="819728" y="1102428"/>
            <a:ext cx="10552620" cy="5140684"/>
          </a:xfrm>
          <a:prstGeom prst="rect">
            <a:avLst/>
          </a:prstGeom>
        </p:spPr>
        <p:txBody>
          <a:bodyPr vert="horz" lIns="121733" tIns="60866" rIns="121733" bIns="60866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標題版面配置區 1"/>
          <p:cNvSpPr>
            <a:spLocks noGrp="1"/>
          </p:cNvSpPr>
          <p:nvPr>
            <p:ph type="title"/>
          </p:nvPr>
        </p:nvSpPr>
        <p:spPr>
          <a:xfrm>
            <a:off x="1471100" y="371356"/>
            <a:ext cx="9746011" cy="394442"/>
          </a:xfrm>
          <a:prstGeom prst="rect">
            <a:avLst/>
          </a:prstGeom>
        </p:spPr>
        <p:txBody>
          <a:bodyPr vert="horz" lIns="121733" tIns="60866" rIns="121733" bIns="60866" rtlCol="0" anchor="ctr">
            <a:no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pic>
        <p:nvPicPr>
          <p:cNvPr id="11" name="圖片 10"/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64"/>
          <a:stretch>
            <a:fillRect/>
          </a:stretch>
        </p:blipFill>
        <p:spPr>
          <a:xfrm>
            <a:off x="132373" y="107202"/>
            <a:ext cx="554945" cy="5469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>
              <a:lumMod val="85000"/>
              <a:lumOff val="15000"/>
            </a:schemeClr>
          </a:solidFill>
          <a:effectLst/>
          <a:latin typeface="Arial" panose="020B0604020202020204" pitchFamily="34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5pPr>
      <a:lvl6pPr marL="342265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6pPr>
      <a:lvl7pPr marL="685165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7pPr>
      <a:lvl8pPr marL="1027430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8pPr>
      <a:lvl9pPr marL="1369060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9pPr>
    </p:titleStyle>
    <p:bodyStyle>
      <a:lvl1pPr marL="256540" indent="-256540" algn="l" rtl="0" eaLnBrk="1" fontAlgn="base" hangingPunct="1">
        <a:spcBef>
          <a:spcPct val="20000"/>
        </a:spcBef>
        <a:spcAft>
          <a:spcPct val="0"/>
        </a:spcAft>
        <a:buChar char="•"/>
        <a:defRPr sz="2100" b="1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556260" indent="-213995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855345" indent="-170815" algn="l" rtl="0" eaLnBrk="1" fontAlgn="base" hangingPunct="1">
        <a:spcBef>
          <a:spcPct val="20000"/>
        </a:spcBef>
        <a:spcAft>
          <a:spcPct val="0"/>
        </a:spcAft>
        <a:buChar char="•"/>
        <a:defRPr sz="17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198245" indent="-170815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4pPr>
      <a:lvl5pPr marL="1539875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5pPr>
      <a:lvl6pPr marL="1881505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6pPr>
      <a:lvl7pPr marL="2224405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7pPr>
      <a:lvl8pPr marL="2566670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8pPr>
      <a:lvl9pPr marL="2908935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TW"/>
      </a:defPPr>
      <a:lvl1pPr marL="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42265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85165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2743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6906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711325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05359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395855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738755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075068" y="330200"/>
            <a:ext cx="7775416" cy="618067"/>
          </a:xfrm>
          <a:prstGeom prst="rect">
            <a:avLst/>
          </a:prstGeom>
        </p:spPr>
        <p:txBody>
          <a:bodyPr vert="horz" lIns="74054" tIns="37027" rIns="74054" bIns="37027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1408" y="1173865"/>
            <a:ext cx="10958723" cy="4351748"/>
          </a:xfrm>
          <a:prstGeom prst="rect">
            <a:avLst/>
          </a:prstGeom>
        </p:spPr>
        <p:txBody>
          <a:bodyPr vert="horz" lIns="74054" tIns="37027" rIns="74054" bIns="37027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56449" y="6553200"/>
            <a:ext cx="1604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ZDT</a:t>
            </a:r>
            <a:r>
              <a:rPr lang="zh-TW" altLang="en-US" sz="12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12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 A</a:t>
            </a:r>
            <a:endParaRPr lang="zh-TW" altLang="en-US" sz="1200" b="1" i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6636" y="103871"/>
            <a:ext cx="634039" cy="548688"/>
          </a:xfrm>
          <a:prstGeom prst="rect">
            <a:avLst/>
          </a:prstGeom>
        </p:spPr>
      </p:pic>
      <p:grpSp>
        <p:nvGrpSpPr>
          <p:cNvPr id="11" name="群組 10"/>
          <p:cNvGrpSpPr/>
          <p:nvPr userDrawn="1"/>
        </p:nvGrpSpPr>
        <p:grpSpPr>
          <a:xfrm>
            <a:off x="732122" y="737363"/>
            <a:ext cx="10801445" cy="5476776"/>
            <a:chOff x="732122" y="737363"/>
            <a:chExt cx="10801445" cy="5476776"/>
          </a:xfrm>
        </p:grpSpPr>
        <p:sp>
          <p:nvSpPr>
            <p:cNvPr id="12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737363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1751756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2766149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8" name="文字方塊 27"/>
            <p:cNvSpPr txBox="1">
              <a:spLocks noChangeArrowheads="1"/>
            </p:cNvSpPr>
            <p:nvPr/>
          </p:nvSpPr>
          <p:spPr bwMode="auto">
            <a:xfrm rot="20269202">
              <a:off x="8034063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3780542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2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4794935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4794935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4794934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4794934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4794934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4794934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5809326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" name="文字方塊 43"/>
            <p:cNvSpPr txBox="1">
              <a:spLocks noChangeArrowheads="1"/>
            </p:cNvSpPr>
            <p:nvPr/>
          </p:nvSpPr>
          <p:spPr bwMode="auto">
            <a:xfrm rot="20269202">
              <a:off x="9859547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</p:sldLayoutIdLst>
  <p:hf hdr="0" dt="0"/>
  <p:txStyles>
    <p:titleStyle>
      <a:lvl1pPr algn="l" defTabSz="81661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</p:titleStyle>
    <p:bodyStyle>
      <a:lvl1pPr marL="204470" indent="-204470" algn="l" defTabSz="816610" rtl="0" eaLnBrk="1" latinLnBrk="0" hangingPunct="1">
        <a:lnSpc>
          <a:spcPct val="90000"/>
        </a:lnSpc>
        <a:spcBef>
          <a:spcPct val="221000"/>
        </a:spcBef>
        <a:buFont typeface="Arial" panose="020B0604020202020204" pitchFamily="34" charset="0"/>
        <a:buChar char="•"/>
        <a:defRPr sz="25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61277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21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102108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42875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4pPr>
      <a:lvl5pPr marL="183705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5pPr>
      <a:lvl6pPr marL="224472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65303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06133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64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830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661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491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258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4089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4919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50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6580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32000">
              <a:schemeClr val="bg1"/>
            </a:gs>
            <a:gs pos="100000">
              <a:schemeClr val="bg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5"/>
          <p:cNvSpPr txBox="1"/>
          <p:nvPr/>
        </p:nvSpPr>
        <p:spPr>
          <a:xfrm>
            <a:off x="11634814" y="6569097"/>
            <a:ext cx="485423" cy="240315"/>
          </a:xfrm>
          <a:prstGeom prst="rect">
            <a:avLst/>
          </a:prstGeom>
        </p:spPr>
        <p:txBody>
          <a:bodyPr vert="horz" lIns="91303" tIns="45627" rIns="91303" bIns="45627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25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1997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69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defTabSz="608965"/>
            <a:fld id="{4614C4AD-4342-4FEE-A7F1-E1714887E7E9}" type="slidenum">
              <a:rPr lang="zh-TW" altLang="en-US" sz="1000" b="0" smtClean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zh-TW" altLang="en-US" sz="1000" b="0" dirty="0">
              <a:solidFill>
                <a:prstClr val="black">
                  <a:lumMod val="85000"/>
                  <a:lumOff val="15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0" y="6578566"/>
            <a:ext cx="1207911" cy="261424"/>
          </a:xfrm>
          <a:prstGeom prst="rect">
            <a:avLst/>
          </a:prstGeom>
          <a:noFill/>
        </p:spPr>
        <p:txBody>
          <a:bodyPr wrap="square" lIns="121736" tIns="60868" rIns="121736" bIns="60868" rtlCol="0">
            <a:spAutoFit/>
          </a:bodyPr>
          <a:lstStyle/>
          <a:p>
            <a:pPr defTabSz="608965"/>
            <a:r>
              <a:rPr lang="en-US" altLang="zh-CN" sz="900" b="1" i="1" dirty="0">
                <a:solidFill>
                  <a:srgbClr val="FF0000"/>
                </a:solidFill>
              </a:rPr>
              <a:t>Confidential</a:t>
            </a:r>
            <a:endParaRPr lang="zh-TW" altLang="en-US" sz="900" b="1" i="1" dirty="0">
              <a:solidFill>
                <a:srgbClr val="FF0000"/>
              </a:solidFill>
            </a:endParaRPr>
          </a:p>
        </p:txBody>
      </p:sp>
      <p:sp>
        <p:nvSpPr>
          <p:cNvPr id="8" name="文字版面配置區 2"/>
          <p:cNvSpPr>
            <a:spLocks noGrp="1"/>
          </p:cNvSpPr>
          <p:nvPr>
            <p:ph type="body" idx="1"/>
          </p:nvPr>
        </p:nvSpPr>
        <p:spPr>
          <a:xfrm>
            <a:off x="819727" y="1102427"/>
            <a:ext cx="10552620" cy="5140684"/>
          </a:xfrm>
          <a:prstGeom prst="rect">
            <a:avLst/>
          </a:prstGeom>
        </p:spPr>
        <p:txBody>
          <a:bodyPr vert="horz" lIns="121736" tIns="60868" rIns="121736" bIns="60868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標題版面配置區 1"/>
          <p:cNvSpPr>
            <a:spLocks noGrp="1"/>
          </p:cNvSpPr>
          <p:nvPr>
            <p:ph type="title"/>
          </p:nvPr>
        </p:nvSpPr>
        <p:spPr>
          <a:xfrm>
            <a:off x="1471100" y="371362"/>
            <a:ext cx="9746011" cy="394441"/>
          </a:xfrm>
          <a:prstGeom prst="rect">
            <a:avLst/>
          </a:prstGeom>
        </p:spPr>
        <p:txBody>
          <a:bodyPr vert="horz" lIns="121736" tIns="60868" rIns="121736" bIns="60868" rtlCol="0" anchor="ctr">
            <a:no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pic>
        <p:nvPicPr>
          <p:cNvPr id="11" name="圖片 10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64"/>
          <a:stretch>
            <a:fillRect/>
          </a:stretch>
        </p:blipFill>
        <p:spPr>
          <a:xfrm>
            <a:off x="132374" y="107205"/>
            <a:ext cx="554945" cy="5469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>
              <a:lumMod val="85000"/>
              <a:lumOff val="15000"/>
            </a:schemeClr>
          </a:solidFill>
          <a:effectLst/>
          <a:latin typeface="Arial" panose="020B0604020202020204" pitchFamily="34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5pPr>
      <a:lvl6pPr marL="342265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6pPr>
      <a:lvl7pPr marL="685165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7pPr>
      <a:lvl8pPr marL="1026795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8pPr>
      <a:lvl9pPr marL="1369060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9pPr>
    </p:titleStyle>
    <p:bodyStyle>
      <a:lvl1pPr marL="256540" indent="-256540" algn="l" rtl="0" eaLnBrk="1" fontAlgn="base" hangingPunct="1">
        <a:spcBef>
          <a:spcPct val="20000"/>
        </a:spcBef>
        <a:spcAft>
          <a:spcPct val="0"/>
        </a:spcAft>
        <a:buChar char="•"/>
        <a:defRPr sz="2100" b="1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556260" indent="-213995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855345" indent="-170815" algn="l" rtl="0" eaLnBrk="1" fontAlgn="base" hangingPunct="1">
        <a:spcBef>
          <a:spcPct val="20000"/>
        </a:spcBef>
        <a:spcAft>
          <a:spcPct val="0"/>
        </a:spcAft>
        <a:buChar char="•"/>
        <a:defRPr sz="17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198245" indent="-170815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4pPr>
      <a:lvl5pPr marL="1540510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5pPr>
      <a:lvl6pPr marL="1882140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6pPr>
      <a:lvl7pPr marL="2225040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7pPr>
      <a:lvl8pPr marL="2567305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8pPr>
      <a:lvl9pPr marL="2909570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TW"/>
      </a:defPPr>
      <a:lvl1pPr marL="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42265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85165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26795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6906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71196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054225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39649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73939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38189" y="271035"/>
            <a:ext cx="11376025" cy="6965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框 2"/>
          <p:cNvSpPr txBox="1"/>
          <p:nvPr userDrawn="1"/>
        </p:nvSpPr>
        <p:spPr>
          <a:xfrm>
            <a:off x="8466253" y="6504065"/>
            <a:ext cx="5437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3765" rtl="0" eaLnBrk="1" latinLnBrk="0" hangingPunct="1"/>
            <a:fld id="{72FF52DB-9045-4A68-86B9-C55CC892595F}" type="slidenum">
              <a:rPr lang="zh-CN" altLang="en-US" sz="1200" kern="12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r>
              <a:rPr lang="en-US" altLang="zh-CN" sz="1200" kern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/7</a:t>
            </a:r>
            <a:endParaRPr lang="zh-CN" altLang="en-US" sz="1200" kern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Group 87"/>
          <p:cNvGrpSpPr>
            <a:grpSpLocks noChangeAspect="1"/>
          </p:cNvGrpSpPr>
          <p:nvPr userDrawn="1"/>
        </p:nvGrpSpPr>
        <p:grpSpPr>
          <a:xfrm>
            <a:off x="12285671" y="2625390"/>
            <a:ext cx="1967204" cy="4233515"/>
            <a:chOff x="5343885" y="-48855"/>
            <a:chExt cx="3271316" cy="7037277"/>
          </a:xfrm>
        </p:grpSpPr>
        <p:sp>
          <p:nvSpPr>
            <p:cNvPr id="7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" name="文本框 15"/>
            <p:cNvSpPr txBox="1"/>
            <p:nvPr userDrawn="1"/>
          </p:nvSpPr>
          <p:spPr>
            <a:xfrm>
              <a:off x="5352723" y="1694500"/>
              <a:ext cx="105264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公司輔助色</a:t>
              </a:r>
            </a:p>
          </p:txBody>
        </p:sp>
        <p:sp>
          <p:nvSpPr>
            <p:cNvPr id="10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11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12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13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15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16" name="文本框 15"/>
            <p:cNvSpPr txBox="1"/>
            <p:nvPr userDrawn="1"/>
          </p:nvSpPr>
          <p:spPr>
            <a:xfrm>
              <a:off x="5343885" y="-48855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17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18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9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20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21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22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23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28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34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42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43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44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45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46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47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</p:sldLayoutIdLst>
  <p:hf hdr="0" ftr="0" dt="0"/>
  <p:txStyles>
    <p:titleStyle>
      <a:lvl1pPr>
        <a:defRPr sz="2400" b="1">
          <a:solidFill>
            <a:schemeClr val="tx1">
              <a:lumMod val="65000"/>
              <a:lumOff val="35000"/>
            </a:schemeClr>
          </a:solidFill>
          <a:latin typeface="楷体" panose="02010609060101010101" pitchFamily="49" charset="-122"/>
          <a:ea typeface="楷体" panose="02010609060101010101" pitchFamily="49" charset="-122"/>
          <a:cs typeface="Arial" panose="020B0604020202020204" pitchFamily="34" charset="0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6565">
        <a:defRPr>
          <a:latin typeface="+mn-lt"/>
          <a:ea typeface="+mn-ea"/>
          <a:cs typeface="+mn-cs"/>
        </a:defRPr>
      </a:lvl2pPr>
      <a:lvl3pPr marL="913765">
        <a:defRPr>
          <a:latin typeface="+mn-lt"/>
          <a:ea typeface="+mn-ea"/>
          <a:cs typeface="+mn-cs"/>
        </a:defRPr>
      </a:lvl3pPr>
      <a:lvl4pPr marL="1370330">
        <a:defRPr>
          <a:latin typeface="+mn-lt"/>
          <a:ea typeface="+mn-ea"/>
          <a:cs typeface="+mn-cs"/>
        </a:defRPr>
      </a:lvl4pPr>
      <a:lvl5pPr marL="1827530">
        <a:defRPr>
          <a:latin typeface="+mn-lt"/>
          <a:ea typeface="+mn-ea"/>
          <a:cs typeface="+mn-cs"/>
        </a:defRPr>
      </a:lvl5pPr>
      <a:lvl6pPr marL="2284095">
        <a:defRPr>
          <a:latin typeface="+mn-lt"/>
          <a:ea typeface="+mn-ea"/>
          <a:cs typeface="+mn-cs"/>
        </a:defRPr>
      </a:lvl6pPr>
      <a:lvl7pPr marL="2740660">
        <a:defRPr>
          <a:latin typeface="+mn-lt"/>
          <a:ea typeface="+mn-ea"/>
          <a:cs typeface="+mn-cs"/>
        </a:defRPr>
      </a:lvl7pPr>
      <a:lvl8pPr marL="3197860">
        <a:defRPr>
          <a:latin typeface="+mn-lt"/>
          <a:ea typeface="+mn-ea"/>
          <a:cs typeface="+mn-cs"/>
        </a:defRPr>
      </a:lvl8pPr>
      <a:lvl9pPr marL="3654425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6565">
        <a:defRPr>
          <a:latin typeface="+mn-lt"/>
          <a:ea typeface="+mn-ea"/>
          <a:cs typeface="+mn-cs"/>
        </a:defRPr>
      </a:lvl2pPr>
      <a:lvl3pPr marL="913765">
        <a:defRPr>
          <a:latin typeface="+mn-lt"/>
          <a:ea typeface="+mn-ea"/>
          <a:cs typeface="+mn-cs"/>
        </a:defRPr>
      </a:lvl3pPr>
      <a:lvl4pPr marL="1370330">
        <a:defRPr>
          <a:latin typeface="+mn-lt"/>
          <a:ea typeface="+mn-ea"/>
          <a:cs typeface="+mn-cs"/>
        </a:defRPr>
      </a:lvl4pPr>
      <a:lvl5pPr marL="1827530">
        <a:defRPr>
          <a:latin typeface="+mn-lt"/>
          <a:ea typeface="+mn-ea"/>
          <a:cs typeface="+mn-cs"/>
        </a:defRPr>
      </a:lvl5pPr>
      <a:lvl6pPr marL="2284095">
        <a:defRPr>
          <a:latin typeface="+mn-lt"/>
          <a:ea typeface="+mn-ea"/>
          <a:cs typeface="+mn-cs"/>
        </a:defRPr>
      </a:lvl6pPr>
      <a:lvl7pPr marL="2740660">
        <a:defRPr>
          <a:latin typeface="+mn-lt"/>
          <a:ea typeface="+mn-ea"/>
          <a:cs typeface="+mn-cs"/>
        </a:defRPr>
      </a:lvl7pPr>
      <a:lvl8pPr marL="3197860">
        <a:defRPr>
          <a:latin typeface="+mn-lt"/>
          <a:ea typeface="+mn-ea"/>
          <a:cs typeface="+mn-cs"/>
        </a:defRPr>
      </a:lvl8pPr>
      <a:lvl9pPr marL="3654425">
        <a:defRPr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075068" y="330201"/>
            <a:ext cx="7775416" cy="618067"/>
          </a:xfrm>
          <a:prstGeom prst="rect">
            <a:avLst/>
          </a:prstGeom>
        </p:spPr>
        <p:txBody>
          <a:bodyPr vert="horz" lIns="74054" tIns="37027" rIns="74054" bIns="37027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1409" y="1173866"/>
            <a:ext cx="10958723" cy="4351748"/>
          </a:xfrm>
          <a:prstGeom prst="rect">
            <a:avLst/>
          </a:prstGeom>
        </p:spPr>
        <p:txBody>
          <a:bodyPr vert="horz" lIns="74054" tIns="37027" rIns="74054" bIns="37027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文字方塊 6"/>
          <p:cNvSpPr txBox="1"/>
          <p:nvPr userDrawn="1"/>
        </p:nvSpPr>
        <p:spPr>
          <a:xfrm>
            <a:off x="11650133" y="6553201"/>
            <a:ext cx="482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6DF32C-20D5-432E-A5AC-43143F655CDB}" type="slidenum">
              <a:rPr lang="zh-TW" altLang="en-US" sz="12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zh-TW" alt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56450" y="6553201"/>
            <a:ext cx="16049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ZDT</a:t>
            </a:r>
            <a:r>
              <a:rPr lang="zh-TW" altLang="en-US" sz="12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12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 A</a:t>
            </a:r>
            <a:endParaRPr lang="zh-TW" altLang="en-US" sz="1200" b="1" i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6638" y="103871"/>
            <a:ext cx="634039" cy="548688"/>
          </a:xfrm>
          <a:prstGeom prst="rect">
            <a:avLst/>
          </a:prstGeom>
        </p:spPr>
      </p:pic>
      <p:sp>
        <p:nvSpPr>
          <p:cNvPr id="4" name="文字方塊 3"/>
          <p:cNvSpPr txBox="1"/>
          <p:nvPr userDrawn="1"/>
        </p:nvSpPr>
        <p:spPr>
          <a:xfrm>
            <a:off x="11088555" y="53202"/>
            <a:ext cx="10484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20250308</a:t>
            </a:r>
            <a:endParaRPr lang="zh-TW" alt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群組 10"/>
          <p:cNvGrpSpPr/>
          <p:nvPr userDrawn="1"/>
        </p:nvGrpSpPr>
        <p:grpSpPr>
          <a:xfrm>
            <a:off x="732123" y="737363"/>
            <a:ext cx="10801445" cy="5476776"/>
            <a:chOff x="732122" y="737363"/>
            <a:chExt cx="10801445" cy="5476776"/>
          </a:xfrm>
        </p:grpSpPr>
        <p:sp>
          <p:nvSpPr>
            <p:cNvPr id="12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737363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737363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1751756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175175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2766149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8" name="文字方塊 27"/>
            <p:cNvSpPr txBox="1">
              <a:spLocks noChangeArrowheads="1"/>
            </p:cNvSpPr>
            <p:nvPr/>
          </p:nvSpPr>
          <p:spPr bwMode="auto">
            <a:xfrm rot="20269202">
              <a:off x="8034063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2766149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3780542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2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3780542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4794935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4794935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4794934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4794934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4794934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" name="文字方塊 43"/>
            <p:cNvSpPr txBox="1">
              <a:spLocks noChangeArrowheads="1"/>
            </p:cNvSpPr>
            <p:nvPr/>
          </p:nvSpPr>
          <p:spPr bwMode="auto">
            <a:xfrm rot="20269202">
              <a:off x="9859548" y="4794934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" name="文字方塊 29"/>
            <p:cNvSpPr txBox="1">
              <a:spLocks noChangeArrowheads="1"/>
            </p:cNvSpPr>
            <p:nvPr/>
          </p:nvSpPr>
          <p:spPr bwMode="auto">
            <a:xfrm rot="20269202">
              <a:off x="732122" y="5809326"/>
              <a:ext cx="1674020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" name="文字方塊 30"/>
            <p:cNvSpPr txBox="1">
              <a:spLocks noChangeArrowheads="1"/>
            </p:cNvSpPr>
            <p:nvPr/>
          </p:nvSpPr>
          <p:spPr bwMode="auto">
            <a:xfrm rot="20269202">
              <a:off x="2557608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" name="文字方塊 34"/>
            <p:cNvSpPr txBox="1">
              <a:spLocks noChangeArrowheads="1"/>
            </p:cNvSpPr>
            <p:nvPr/>
          </p:nvSpPr>
          <p:spPr bwMode="auto">
            <a:xfrm rot="20269202">
              <a:off x="4383093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" name="文字方塊 37"/>
            <p:cNvSpPr txBox="1">
              <a:spLocks noChangeArrowheads="1"/>
            </p:cNvSpPr>
            <p:nvPr/>
          </p:nvSpPr>
          <p:spPr bwMode="auto">
            <a:xfrm rot="20269202">
              <a:off x="6208578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" name="文字方塊 40"/>
            <p:cNvSpPr txBox="1">
              <a:spLocks noChangeArrowheads="1"/>
            </p:cNvSpPr>
            <p:nvPr/>
          </p:nvSpPr>
          <p:spPr bwMode="auto">
            <a:xfrm rot="20269202">
              <a:off x="8034063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" name="文字方塊 43"/>
            <p:cNvSpPr txBox="1">
              <a:spLocks noChangeArrowheads="1"/>
            </p:cNvSpPr>
            <p:nvPr/>
          </p:nvSpPr>
          <p:spPr bwMode="auto">
            <a:xfrm rot="20269202">
              <a:off x="9859547" y="5809326"/>
              <a:ext cx="1674019" cy="40481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PMingLiU" panose="02020500000000000000" pitchFamily="18" charset="-120"/>
                  <a:cs typeface="Times New Roman" panose="02020603050405020304" pitchFamily="18" charset="0"/>
                </a:rPr>
                <a:t>ZDT CONFIDENTIAL</a:t>
              </a:r>
              <a:endParaRPr lang="en-US" altLang="zh-TW" sz="135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</p:sldLayoutIdLst>
  <p:hf hdr="0" dt="0"/>
  <p:txStyles>
    <p:titleStyle>
      <a:lvl1pPr algn="l" defTabSz="81661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</p:titleStyle>
    <p:bodyStyle>
      <a:lvl1pPr marL="204470" indent="-204470" algn="l" defTabSz="816610" rtl="0" eaLnBrk="1" latinLnBrk="0" hangingPunct="1">
        <a:lnSpc>
          <a:spcPct val="90000"/>
        </a:lnSpc>
        <a:spcBef>
          <a:spcPct val="221000"/>
        </a:spcBef>
        <a:buFont typeface="Arial" panose="020B0604020202020204" pitchFamily="34" charset="0"/>
        <a:buChar char="•"/>
        <a:defRPr sz="25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61277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21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102108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42875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4pPr>
      <a:lvl5pPr marL="183705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5pPr>
      <a:lvl6pPr marL="224472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65303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061335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640" indent="-204470" algn="l" defTabSz="81661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830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661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491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258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4089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4919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500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65805" algn="l" defTabSz="8166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64"/>
          <a:stretch>
            <a:fillRect/>
          </a:stretch>
        </p:blipFill>
        <p:spPr>
          <a:xfrm>
            <a:off x="132373" y="107203"/>
            <a:ext cx="554945" cy="546979"/>
          </a:xfrm>
          <a:prstGeom prst="rect">
            <a:avLst/>
          </a:prstGeom>
        </p:spPr>
      </p:pic>
      <p:sp>
        <p:nvSpPr>
          <p:cNvPr id="4" name="投影片編號版面配置區 5"/>
          <p:cNvSpPr txBox="1"/>
          <p:nvPr userDrawn="1"/>
        </p:nvSpPr>
        <p:spPr>
          <a:xfrm>
            <a:off x="11634810" y="6569095"/>
            <a:ext cx="485423" cy="240315"/>
          </a:xfrm>
          <a:prstGeom prst="rect">
            <a:avLst/>
          </a:prstGeom>
        </p:spPr>
        <p:txBody>
          <a:bodyPr vert="horz" lIns="91303" tIns="45627" rIns="91303" bIns="45627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25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1997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69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defTabSz="608965"/>
            <a:fld id="{4614C4AD-4342-4FEE-A7F1-E1714887E7E9}" type="slidenum">
              <a:rPr lang="zh-TW" altLang="en-US" sz="1000" b="0" smtClean="0">
                <a:solidFill>
                  <a:prstClr val="black">
                    <a:lumMod val="85000"/>
                    <a:lumOff val="15000"/>
                  </a:prstClr>
                </a:solidFill>
                <a:cs typeface="Calibri" panose="020F0502020204030204" pitchFamily="34" charset="0"/>
              </a:rPr>
              <a:t>‹#›</a:t>
            </a:fld>
            <a:endParaRPr lang="zh-TW" altLang="en-US" sz="1000" b="0" dirty="0">
              <a:solidFill>
                <a:prstClr val="black">
                  <a:lumMod val="85000"/>
                  <a:lumOff val="15000"/>
                </a:prstClr>
              </a:solidFill>
              <a:cs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</p:sldLayoutIdLst>
  <p:hf hdr="0" ftr="0" dt="0"/>
  <p:txStyles>
    <p:titleStyle>
      <a:lvl1pPr algn="l" defTabSz="1186180" rtl="0" eaLnBrk="1" latinLnBrk="0" hangingPunct="1">
        <a:lnSpc>
          <a:spcPct val="90000"/>
        </a:lnSpc>
        <a:spcBef>
          <a:spcPct val="0"/>
        </a:spcBef>
        <a:buNone/>
        <a:defRPr sz="5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18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482725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2075180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668905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261995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854450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448175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040630" indent="-296545" algn="l" defTabSz="1186180" rtl="0" eaLnBrk="1" latinLnBrk="0" hangingPunct="1">
        <a:lnSpc>
          <a:spcPct val="90000"/>
        </a:lnSpc>
        <a:spcBef>
          <a:spcPts val="64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2455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8618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7927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71725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6545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57905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50995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44720" algn="l" defTabSz="11861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32000">
              <a:schemeClr val="bg1"/>
            </a:gs>
            <a:gs pos="100000">
              <a:schemeClr val="bg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5"/>
          <p:cNvSpPr txBox="1"/>
          <p:nvPr/>
        </p:nvSpPr>
        <p:spPr>
          <a:xfrm>
            <a:off x="11634809" y="6569092"/>
            <a:ext cx="485422" cy="240315"/>
          </a:xfrm>
          <a:prstGeom prst="rect">
            <a:avLst/>
          </a:prstGeom>
        </p:spPr>
        <p:txBody>
          <a:bodyPr vert="horz" lIns="91302" tIns="45626" rIns="91302" bIns="45626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25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1997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6965" algn="l" defTabSz="913765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defTabSz="608965"/>
            <a:fld id="{4614C4AD-4342-4FEE-A7F1-E1714887E7E9}" type="slidenum">
              <a:rPr lang="zh-TW" altLang="en-US" b="0" smtClean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zh-TW" altLang="en-US" b="0" dirty="0">
              <a:solidFill>
                <a:prstClr val="black">
                  <a:lumMod val="85000"/>
                  <a:lumOff val="15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6" y="6578563"/>
            <a:ext cx="1207911" cy="266732"/>
          </a:xfrm>
          <a:prstGeom prst="rect">
            <a:avLst/>
          </a:prstGeom>
          <a:noFill/>
        </p:spPr>
        <p:txBody>
          <a:bodyPr wrap="square" lIns="121736" tIns="60868" rIns="121736" bIns="60868" rtlCol="0">
            <a:spAutoFit/>
          </a:bodyPr>
          <a:lstStyle/>
          <a:p>
            <a:pPr defTabSz="608965"/>
            <a:r>
              <a:rPr lang="en-US" altLang="zh-CN" sz="900" b="1" i="1" dirty="0">
                <a:solidFill>
                  <a:srgbClr val="FF0000"/>
                </a:solidFill>
              </a:rPr>
              <a:t>Confidential</a:t>
            </a:r>
            <a:endParaRPr lang="zh-TW" altLang="en-US" sz="900" b="1" i="1" dirty="0">
              <a:solidFill>
                <a:srgbClr val="FF0000"/>
              </a:solidFill>
            </a:endParaRPr>
          </a:p>
        </p:txBody>
      </p:sp>
      <p:sp>
        <p:nvSpPr>
          <p:cNvPr id="8" name="文字版面配置區 2"/>
          <p:cNvSpPr>
            <a:spLocks noGrp="1"/>
          </p:cNvSpPr>
          <p:nvPr>
            <p:ph type="body" idx="1"/>
          </p:nvPr>
        </p:nvSpPr>
        <p:spPr>
          <a:xfrm>
            <a:off x="819727" y="1102427"/>
            <a:ext cx="10552620" cy="5140684"/>
          </a:xfrm>
          <a:prstGeom prst="rect">
            <a:avLst/>
          </a:prstGeom>
        </p:spPr>
        <p:txBody>
          <a:bodyPr vert="horz" lIns="121736" tIns="60868" rIns="121736" bIns="60868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標題版面配置區 1"/>
          <p:cNvSpPr>
            <a:spLocks noGrp="1"/>
          </p:cNvSpPr>
          <p:nvPr>
            <p:ph type="title"/>
          </p:nvPr>
        </p:nvSpPr>
        <p:spPr>
          <a:xfrm>
            <a:off x="1471100" y="371355"/>
            <a:ext cx="9746011" cy="394441"/>
          </a:xfrm>
          <a:prstGeom prst="rect">
            <a:avLst/>
          </a:prstGeom>
        </p:spPr>
        <p:txBody>
          <a:bodyPr vert="horz" lIns="121736" tIns="60868" rIns="121736" bIns="60868" rtlCol="0" anchor="ctr">
            <a:no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64"/>
          <a:stretch>
            <a:fillRect/>
          </a:stretch>
        </p:blipFill>
        <p:spPr>
          <a:xfrm>
            <a:off x="132372" y="107200"/>
            <a:ext cx="554945" cy="5469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>
              <a:lumMod val="85000"/>
              <a:lumOff val="15000"/>
            </a:schemeClr>
          </a:solidFill>
          <a:effectLst/>
          <a:latin typeface="Arial" panose="020B0604020202020204" pitchFamily="34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5pPr>
      <a:lvl6pPr marL="342265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6pPr>
      <a:lvl7pPr marL="685165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7pPr>
      <a:lvl8pPr marL="1027430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8pPr>
      <a:lvl9pPr marL="1369060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9pPr>
    </p:titleStyle>
    <p:bodyStyle>
      <a:lvl1pPr marL="256540" indent="-256540" algn="l" rtl="0" eaLnBrk="1" fontAlgn="base" hangingPunct="1">
        <a:spcBef>
          <a:spcPct val="20000"/>
        </a:spcBef>
        <a:spcAft>
          <a:spcPct val="0"/>
        </a:spcAft>
        <a:buChar char="•"/>
        <a:defRPr sz="2100" b="1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556260" indent="-213995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855345" indent="-170815" algn="l" rtl="0" eaLnBrk="1" fontAlgn="base" hangingPunct="1">
        <a:spcBef>
          <a:spcPct val="20000"/>
        </a:spcBef>
        <a:spcAft>
          <a:spcPct val="0"/>
        </a:spcAft>
        <a:buChar char="•"/>
        <a:defRPr sz="17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198245" indent="-170815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4pPr>
      <a:lvl5pPr marL="1540510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5pPr>
      <a:lvl6pPr marL="1882140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6pPr>
      <a:lvl7pPr marL="2225040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7pPr>
      <a:lvl8pPr marL="2567305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8pPr>
      <a:lvl9pPr marL="2909570" indent="-17081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TW"/>
      </a:defPPr>
      <a:lvl1pPr marL="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42265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85165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2743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6906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71196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054225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39649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739390" algn="l" defTabSz="68389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0" name="对象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2"/>
          <p:cNvSpPr txBox="1"/>
          <p:nvPr userDrawn="1"/>
        </p:nvSpPr>
        <p:spPr>
          <a:xfrm>
            <a:off x="1095040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3"/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1" y="2625390"/>
            <a:ext cx="1967204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公司輔助色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  <p:grpSp>
        <p:nvGrpSpPr>
          <p:cNvPr id="46" name="Group 6"/>
          <p:cNvGrpSpPr>
            <a:grpSpLocks noChangeAspect="1"/>
          </p:cNvGrpSpPr>
          <p:nvPr userDrawn="1"/>
        </p:nvGrpSpPr>
        <p:grpSpPr>
          <a:xfrm>
            <a:off x="153236" y="248908"/>
            <a:ext cx="336000" cy="212441"/>
            <a:chOff x="6519853" y="4273883"/>
            <a:chExt cx="824013" cy="520989"/>
          </a:xfrm>
        </p:grpSpPr>
        <p:sp>
          <p:nvSpPr>
            <p:cNvPr id="48" name="Isosceles Triangle 7"/>
            <p:cNvSpPr>
              <a:spLocks noChangeAspect="1"/>
            </p:cNvSpPr>
            <p:nvPr/>
          </p:nvSpPr>
          <p:spPr>
            <a:xfrm rot="5400000">
              <a:off x="6904012" y="4300377"/>
              <a:ext cx="411707" cy="468000"/>
            </a:xfrm>
            <a:prstGeom prst="triangl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78000F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68553" tIns="34277" rIns="68553" bIns="34277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49" name="Isosceles Triangle 8"/>
            <p:cNvSpPr>
              <a:spLocks noChangeAspect="1"/>
            </p:cNvSpPr>
            <p:nvPr/>
          </p:nvSpPr>
          <p:spPr>
            <a:xfrm rot="5400000">
              <a:off x="6555471" y="4238265"/>
              <a:ext cx="520989" cy="592225"/>
            </a:xfrm>
            <a:prstGeom prst="triangl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78000F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68553" tIns="34277" rIns="68553" bIns="34277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VARY-IE 16-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3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8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9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8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2ACDDF"/>
      </a:accent1>
      <a:accent2>
        <a:srgbClr val="002858"/>
      </a:accent2>
      <a:accent3>
        <a:srgbClr val="262626"/>
      </a:accent3>
      <a:accent4>
        <a:srgbClr val="8C8C8C"/>
      </a:accent4>
      <a:accent5>
        <a:srgbClr val="5F5F5F"/>
      </a:accent5>
      <a:accent6>
        <a:srgbClr val="525252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4_白色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efault Design">
      <a:majorFont>
        <a:latin typeface="Verdana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solidFill>
          <a:schemeClr val="accent1"/>
        </a:solidFill>
        <a:ln w="1905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/>
      <a:lstStyle/>
    </a:lnDef>
  </a:objectDefaults>
  <a:extraClrSchemeLst>
    <a:extraClrScheme>
      <a:clrScheme name="Default Design 1">
        <a:dk1>
          <a:srgbClr val="30311D"/>
        </a:dk1>
        <a:lt1>
          <a:srgbClr val="FFFFFF"/>
        </a:lt1>
        <a:dk2>
          <a:srgbClr val="006666"/>
        </a:dk2>
        <a:lt2>
          <a:srgbClr val="C0C0C0"/>
        </a:lt2>
        <a:accent1>
          <a:srgbClr val="3FB564"/>
        </a:accent1>
        <a:accent2>
          <a:srgbClr val="15A2E9"/>
        </a:accent2>
        <a:accent3>
          <a:srgbClr val="FFFFFF"/>
        </a:accent3>
        <a:accent4>
          <a:srgbClr val="272817"/>
        </a:accent4>
        <a:accent5>
          <a:srgbClr val="AFD7B8"/>
        </a:accent5>
        <a:accent6>
          <a:srgbClr val="1292D3"/>
        </a:accent6>
        <a:hlink>
          <a:srgbClr val="36C0E0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3A6A38"/>
        </a:dk2>
        <a:lt2>
          <a:srgbClr val="B2B2B2"/>
        </a:lt2>
        <a:accent1>
          <a:srgbClr val="646ADE"/>
        </a:accent1>
        <a:accent2>
          <a:srgbClr val="1BAFC3"/>
        </a:accent2>
        <a:accent3>
          <a:srgbClr val="FFFFFF"/>
        </a:accent3>
        <a:accent4>
          <a:srgbClr val="000000"/>
        </a:accent4>
        <a:accent5>
          <a:srgbClr val="B8B9EC"/>
        </a:accent5>
        <a:accent6>
          <a:srgbClr val="179EB0"/>
        </a:accent6>
        <a:hlink>
          <a:srgbClr val="98BF1D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8BB44E"/>
        </a:accent1>
        <a:accent2>
          <a:srgbClr val="F09234"/>
        </a:accent2>
        <a:accent3>
          <a:srgbClr val="FFFFFF"/>
        </a:accent3>
        <a:accent4>
          <a:srgbClr val="000000"/>
        </a:accent4>
        <a:accent5>
          <a:srgbClr val="C4D6B2"/>
        </a:accent5>
        <a:accent6>
          <a:srgbClr val="D9842E"/>
        </a:accent6>
        <a:hlink>
          <a:srgbClr val="0D8797"/>
        </a:hlink>
        <a:folHlink>
          <a:srgbClr val="B3C1A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白色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efault Design">
      <a:majorFont>
        <a:latin typeface="Verdana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solidFill>
          <a:schemeClr val="accent1"/>
        </a:solidFill>
        <a:ln w="1905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/>
      <a:lstStyle/>
    </a:lnDef>
  </a:objectDefaults>
  <a:extraClrSchemeLst>
    <a:extraClrScheme>
      <a:clrScheme name="Default Design 1">
        <a:dk1>
          <a:srgbClr val="30311D"/>
        </a:dk1>
        <a:lt1>
          <a:srgbClr val="FFFFFF"/>
        </a:lt1>
        <a:dk2>
          <a:srgbClr val="006666"/>
        </a:dk2>
        <a:lt2>
          <a:srgbClr val="C0C0C0"/>
        </a:lt2>
        <a:accent1>
          <a:srgbClr val="3FB564"/>
        </a:accent1>
        <a:accent2>
          <a:srgbClr val="15A2E9"/>
        </a:accent2>
        <a:accent3>
          <a:srgbClr val="FFFFFF"/>
        </a:accent3>
        <a:accent4>
          <a:srgbClr val="272817"/>
        </a:accent4>
        <a:accent5>
          <a:srgbClr val="AFD7B8"/>
        </a:accent5>
        <a:accent6>
          <a:srgbClr val="1292D3"/>
        </a:accent6>
        <a:hlink>
          <a:srgbClr val="36C0E0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3A6A38"/>
        </a:dk2>
        <a:lt2>
          <a:srgbClr val="B2B2B2"/>
        </a:lt2>
        <a:accent1>
          <a:srgbClr val="646ADE"/>
        </a:accent1>
        <a:accent2>
          <a:srgbClr val="1BAFC3"/>
        </a:accent2>
        <a:accent3>
          <a:srgbClr val="FFFFFF"/>
        </a:accent3>
        <a:accent4>
          <a:srgbClr val="000000"/>
        </a:accent4>
        <a:accent5>
          <a:srgbClr val="B8B9EC"/>
        </a:accent5>
        <a:accent6>
          <a:srgbClr val="179EB0"/>
        </a:accent6>
        <a:hlink>
          <a:srgbClr val="98BF1D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8BB44E"/>
        </a:accent1>
        <a:accent2>
          <a:srgbClr val="F09234"/>
        </a:accent2>
        <a:accent3>
          <a:srgbClr val="FFFFFF"/>
        </a:accent3>
        <a:accent4>
          <a:srgbClr val="000000"/>
        </a:accent4>
        <a:accent5>
          <a:srgbClr val="C4D6B2"/>
        </a:accent5>
        <a:accent6>
          <a:srgbClr val="D9842E"/>
        </a:accent6>
        <a:hlink>
          <a:srgbClr val="0D8797"/>
        </a:hlink>
        <a:folHlink>
          <a:srgbClr val="B3C1A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9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5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1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6_白色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efault Design">
      <a:majorFont>
        <a:latin typeface="Verdana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solidFill>
          <a:schemeClr val="accent1"/>
        </a:solidFill>
        <a:ln w="1905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/>
      <a:lstStyle/>
    </a:lnDef>
  </a:objectDefaults>
  <a:extraClrSchemeLst>
    <a:extraClrScheme>
      <a:clrScheme name="Default Design 1">
        <a:dk1>
          <a:srgbClr val="30311D"/>
        </a:dk1>
        <a:lt1>
          <a:srgbClr val="FFFFFF"/>
        </a:lt1>
        <a:dk2>
          <a:srgbClr val="006666"/>
        </a:dk2>
        <a:lt2>
          <a:srgbClr val="C0C0C0"/>
        </a:lt2>
        <a:accent1>
          <a:srgbClr val="3FB564"/>
        </a:accent1>
        <a:accent2>
          <a:srgbClr val="15A2E9"/>
        </a:accent2>
        <a:accent3>
          <a:srgbClr val="FFFFFF"/>
        </a:accent3>
        <a:accent4>
          <a:srgbClr val="272817"/>
        </a:accent4>
        <a:accent5>
          <a:srgbClr val="AFD7B8"/>
        </a:accent5>
        <a:accent6>
          <a:srgbClr val="1292D3"/>
        </a:accent6>
        <a:hlink>
          <a:srgbClr val="36C0E0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3A6A38"/>
        </a:dk2>
        <a:lt2>
          <a:srgbClr val="B2B2B2"/>
        </a:lt2>
        <a:accent1>
          <a:srgbClr val="646ADE"/>
        </a:accent1>
        <a:accent2>
          <a:srgbClr val="1BAFC3"/>
        </a:accent2>
        <a:accent3>
          <a:srgbClr val="FFFFFF"/>
        </a:accent3>
        <a:accent4>
          <a:srgbClr val="000000"/>
        </a:accent4>
        <a:accent5>
          <a:srgbClr val="B8B9EC"/>
        </a:accent5>
        <a:accent6>
          <a:srgbClr val="179EB0"/>
        </a:accent6>
        <a:hlink>
          <a:srgbClr val="98BF1D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8BB44E"/>
        </a:accent1>
        <a:accent2>
          <a:srgbClr val="F09234"/>
        </a:accent2>
        <a:accent3>
          <a:srgbClr val="FFFFFF"/>
        </a:accent3>
        <a:accent4>
          <a:srgbClr val="000000"/>
        </a:accent4>
        <a:accent5>
          <a:srgbClr val="C4D6B2"/>
        </a:accent5>
        <a:accent6>
          <a:srgbClr val="D9842E"/>
        </a:accent6>
        <a:hlink>
          <a:srgbClr val="0D8797"/>
        </a:hlink>
        <a:folHlink>
          <a:srgbClr val="B3C1A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1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_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Office 主题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400" b="1" i="0" u="none" strike="noStrike" cap="none" normalizeH="0" baseline="0" smtClean="0">
            <a:ln>
              <a:noFill/>
            </a:ln>
            <a:solidFill>
              <a:srgbClr val="162A40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400" b="1" i="0" u="none" strike="noStrike" cap="none" normalizeH="0" baseline="0" smtClean="0">
            <a:ln>
              <a:noFill/>
            </a:ln>
            <a:solidFill>
              <a:srgbClr val="162A40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5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5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2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58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12_白色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efault Design">
      <a:majorFont>
        <a:latin typeface="Verdana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solidFill>
          <a:schemeClr val="accent1"/>
        </a:solidFill>
        <a:ln w="1905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/>
      <a:lstStyle/>
    </a:lnDef>
  </a:objectDefaults>
  <a:extraClrSchemeLst>
    <a:extraClrScheme>
      <a:clrScheme name="Default Design 1">
        <a:dk1>
          <a:srgbClr val="30311D"/>
        </a:dk1>
        <a:lt1>
          <a:srgbClr val="FFFFFF"/>
        </a:lt1>
        <a:dk2>
          <a:srgbClr val="006666"/>
        </a:dk2>
        <a:lt2>
          <a:srgbClr val="C0C0C0"/>
        </a:lt2>
        <a:accent1>
          <a:srgbClr val="3FB564"/>
        </a:accent1>
        <a:accent2>
          <a:srgbClr val="15A2E9"/>
        </a:accent2>
        <a:accent3>
          <a:srgbClr val="FFFFFF"/>
        </a:accent3>
        <a:accent4>
          <a:srgbClr val="272817"/>
        </a:accent4>
        <a:accent5>
          <a:srgbClr val="AFD7B8"/>
        </a:accent5>
        <a:accent6>
          <a:srgbClr val="1292D3"/>
        </a:accent6>
        <a:hlink>
          <a:srgbClr val="36C0E0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3A6A38"/>
        </a:dk2>
        <a:lt2>
          <a:srgbClr val="B2B2B2"/>
        </a:lt2>
        <a:accent1>
          <a:srgbClr val="646ADE"/>
        </a:accent1>
        <a:accent2>
          <a:srgbClr val="1BAFC3"/>
        </a:accent2>
        <a:accent3>
          <a:srgbClr val="FFFFFF"/>
        </a:accent3>
        <a:accent4>
          <a:srgbClr val="000000"/>
        </a:accent4>
        <a:accent5>
          <a:srgbClr val="B8B9EC"/>
        </a:accent5>
        <a:accent6>
          <a:srgbClr val="179EB0"/>
        </a:accent6>
        <a:hlink>
          <a:srgbClr val="98BF1D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8BB44E"/>
        </a:accent1>
        <a:accent2>
          <a:srgbClr val="F09234"/>
        </a:accent2>
        <a:accent3>
          <a:srgbClr val="FFFFFF"/>
        </a:accent3>
        <a:accent4>
          <a:srgbClr val="000000"/>
        </a:accent4>
        <a:accent5>
          <a:srgbClr val="C4D6B2"/>
        </a:accent5>
        <a:accent6>
          <a:srgbClr val="D9842E"/>
        </a:accent6>
        <a:hlink>
          <a:srgbClr val="0D8797"/>
        </a:hlink>
        <a:folHlink>
          <a:srgbClr val="B3C1A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1_白色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efault Design">
      <a:majorFont>
        <a:latin typeface="Verdana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solidFill>
          <a:schemeClr val="accent1"/>
        </a:solidFill>
        <a:ln w="1905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/>
      <a:lstStyle/>
    </a:lnDef>
  </a:objectDefaults>
  <a:extraClrSchemeLst>
    <a:extraClrScheme>
      <a:clrScheme name="Default Design 1">
        <a:dk1>
          <a:srgbClr val="30311D"/>
        </a:dk1>
        <a:lt1>
          <a:srgbClr val="FFFFFF"/>
        </a:lt1>
        <a:dk2>
          <a:srgbClr val="006666"/>
        </a:dk2>
        <a:lt2>
          <a:srgbClr val="C0C0C0"/>
        </a:lt2>
        <a:accent1>
          <a:srgbClr val="3FB564"/>
        </a:accent1>
        <a:accent2>
          <a:srgbClr val="15A2E9"/>
        </a:accent2>
        <a:accent3>
          <a:srgbClr val="FFFFFF"/>
        </a:accent3>
        <a:accent4>
          <a:srgbClr val="272817"/>
        </a:accent4>
        <a:accent5>
          <a:srgbClr val="AFD7B8"/>
        </a:accent5>
        <a:accent6>
          <a:srgbClr val="1292D3"/>
        </a:accent6>
        <a:hlink>
          <a:srgbClr val="36C0E0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3A6A38"/>
        </a:dk2>
        <a:lt2>
          <a:srgbClr val="B2B2B2"/>
        </a:lt2>
        <a:accent1>
          <a:srgbClr val="646ADE"/>
        </a:accent1>
        <a:accent2>
          <a:srgbClr val="1BAFC3"/>
        </a:accent2>
        <a:accent3>
          <a:srgbClr val="FFFFFF"/>
        </a:accent3>
        <a:accent4>
          <a:srgbClr val="000000"/>
        </a:accent4>
        <a:accent5>
          <a:srgbClr val="B8B9EC"/>
        </a:accent5>
        <a:accent6>
          <a:srgbClr val="179EB0"/>
        </a:accent6>
        <a:hlink>
          <a:srgbClr val="98BF1D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8BB44E"/>
        </a:accent1>
        <a:accent2>
          <a:srgbClr val="F09234"/>
        </a:accent2>
        <a:accent3>
          <a:srgbClr val="FFFFFF"/>
        </a:accent3>
        <a:accent4>
          <a:srgbClr val="000000"/>
        </a:accent4>
        <a:accent5>
          <a:srgbClr val="C4D6B2"/>
        </a:accent5>
        <a:accent6>
          <a:srgbClr val="D9842E"/>
        </a:accent6>
        <a:hlink>
          <a:srgbClr val="0D8797"/>
        </a:hlink>
        <a:folHlink>
          <a:srgbClr val="B3C1A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3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8_白色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efault Design">
      <a:majorFont>
        <a:latin typeface="Verdana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solidFill>
          <a:schemeClr val="accent1"/>
        </a:solidFill>
        <a:ln w="1905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/>
      <a:lstStyle/>
    </a:lnDef>
  </a:objectDefaults>
  <a:extraClrSchemeLst>
    <a:extraClrScheme>
      <a:clrScheme name="Default Design 1">
        <a:dk1>
          <a:srgbClr val="30311D"/>
        </a:dk1>
        <a:lt1>
          <a:srgbClr val="FFFFFF"/>
        </a:lt1>
        <a:dk2>
          <a:srgbClr val="006666"/>
        </a:dk2>
        <a:lt2>
          <a:srgbClr val="C0C0C0"/>
        </a:lt2>
        <a:accent1>
          <a:srgbClr val="3FB564"/>
        </a:accent1>
        <a:accent2>
          <a:srgbClr val="15A2E9"/>
        </a:accent2>
        <a:accent3>
          <a:srgbClr val="FFFFFF"/>
        </a:accent3>
        <a:accent4>
          <a:srgbClr val="272817"/>
        </a:accent4>
        <a:accent5>
          <a:srgbClr val="AFD7B8"/>
        </a:accent5>
        <a:accent6>
          <a:srgbClr val="1292D3"/>
        </a:accent6>
        <a:hlink>
          <a:srgbClr val="36C0E0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3A6A38"/>
        </a:dk2>
        <a:lt2>
          <a:srgbClr val="B2B2B2"/>
        </a:lt2>
        <a:accent1>
          <a:srgbClr val="646ADE"/>
        </a:accent1>
        <a:accent2>
          <a:srgbClr val="1BAFC3"/>
        </a:accent2>
        <a:accent3>
          <a:srgbClr val="FFFFFF"/>
        </a:accent3>
        <a:accent4>
          <a:srgbClr val="000000"/>
        </a:accent4>
        <a:accent5>
          <a:srgbClr val="B8B9EC"/>
        </a:accent5>
        <a:accent6>
          <a:srgbClr val="179EB0"/>
        </a:accent6>
        <a:hlink>
          <a:srgbClr val="98BF1D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8BB44E"/>
        </a:accent1>
        <a:accent2>
          <a:srgbClr val="F09234"/>
        </a:accent2>
        <a:accent3>
          <a:srgbClr val="FFFFFF"/>
        </a:accent3>
        <a:accent4>
          <a:srgbClr val="000000"/>
        </a:accent4>
        <a:accent5>
          <a:srgbClr val="C4D6B2"/>
        </a:accent5>
        <a:accent6>
          <a:srgbClr val="D9842E"/>
        </a:accent6>
        <a:hlink>
          <a:srgbClr val="0D8797"/>
        </a:hlink>
        <a:folHlink>
          <a:srgbClr val="B3C1A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8E1"/>
        </a:solidFill>
        <a:ln w="3175">
          <a:solidFill>
            <a:schemeClr val="tx1"/>
          </a:solidFill>
        </a:ln>
      </a:spPr>
      <a:bodyPr wrap="square" lIns="0" rIns="0" rtlCol="0" anchor="t" anchorCtr="1">
        <a:noAutofit/>
      </a:bodyPr>
      <a:lstStyle>
        <a:defPPr algn="ctr">
          <a:defRPr sz="10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solidFill>
          <a:schemeClr val="bg1"/>
        </a:solidFill>
        <a:ln w="6350">
          <a:solidFill>
            <a:schemeClr val="tx1"/>
          </a:solidFill>
        </a:ln>
      </a:spPr>
      <a:bodyPr wrap="square" lIns="36000" rIns="36000" rtlCol="0" anchor="t">
        <a:no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4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27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7_白色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efault Design">
      <a:majorFont>
        <a:latin typeface="Verdana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solidFill>
          <a:schemeClr val="accent1"/>
        </a:solidFill>
        <a:ln w="1905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/>
      <a:lstStyle/>
    </a:lnDef>
  </a:objectDefaults>
  <a:extraClrSchemeLst>
    <a:extraClrScheme>
      <a:clrScheme name="Default Design 1">
        <a:dk1>
          <a:srgbClr val="30311D"/>
        </a:dk1>
        <a:lt1>
          <a:srgbClr val="FFFFFF"/>
        </a:lt1>
        <a:dk2>
          <a:srgbClr val="006666"/>
        </a:dk2>
        <a:lt2>
          <a:srgbClr val="C0C0C0"/>
        </a:lt2>
        <a:accent1>
          <a:srgbClr val="3FB564"/>
        </a:accent1>
        <a:accent2>
          <a:srgbClr val="15A2E9"/>
        </a:accent2>
        <a:accent3>
          <a:srgbClr val="FFFFFF"/>
        </a:accent3>
        <a:accent4>
          <a:srgbClr val="272817"/>
        </a:accent4>
        <a:accent5>
          <a:srgbClr val="AFD7B8"/>
        </a:accent5>
        <a:accent6>
          <a:srgbClr val="1292D3"/>
        </a:accent6>
        <a:hlink>
          <a:srgbClr val="36C0E0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3A6A38"/>
        </a:dk2>
        <a:lt2>
          <a:srgbClr val="B2B2B2"/>
        </a:lt2>
        <a:accent1>
          <a:srgbClr val="646ADE"/>
        </a:accent1>
        <a:accent2>
          <a:srgbClr val="1BAFC3"/>
        </a:accent2>
        <a:accent3>
          <a:srgbClr val="FFFFFF"/>
        </a:accent3>
        <a:accent4>
          <a:srgbClr val="000000"/>
        </a:accent4>
        <a:accent5>
          <a:srgbClr val="B8B9EC"/>
        </a:accent5>
        <a:accent6>
          <a:srgbClr val="179EB0"/>
        </a:accent6>
        <a:hlink>
          <a:srgbClr val="98BF1D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8BB44E"/>
        </a:accent1>
        <a:accent2>
          <a:srgbClr val="F09234"/>
        </a:accent2>
        <a:accent3>
          <a:srgbClr val="FFFFFF"/>
        </a:accent3>
        <a:accent4>
          <a:srgbClr val="000000"/>
        </a:accent4>
        <a:accent5>
          <a:srgbClr val="C4D6B2"/>
        </a:accent5>
        <a:accent6>
          <a:srgbClr val="D9842E"/>
        </a:accent6>
        <a:hlink>
          <a:srgbClr val="0D8797"/>
        </a:hlink>
        <a:folHlink>
          <a:srgbClr val="B3C1A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3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268</Words>
  <Application>Microsoft Office PowerPoint</Application>
  <PresentationFormat>寬螢幕</PresentationFormat>
  <Paragraphs>36</Paragraphs>
  <Slides>1</Slides>
  <Notes>1</Notes>
  <HiddenSlides>0</HiddenSlides>
  <MMClips>0</MMClips>
  <ScaleCrop>false</ScaleCrop>
  <HeadingPairs>
    <vt:vector size="8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37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7" baseType="lpstr">
      <vt:lpstr>Arial (本文)</vt:lpstr>
      <vt:lpstr>楷体</vt:lpstr>
      <vt:lpstr>微软雅黑</vt:lpstr>
      <vt:lpstr>微軟正黑體</vt:lpstr>
      <vt:lpstr>Arial</vt:lpstr>
      <vt:lpstr>Calibri</vt:lpstr>
      <vt:lpstr>Verdana</vt:lpstr>
      <vt:lpstr>Wingdings</vt:lpstr>
      <vt:lpstr>Office 主题</vt:lpstr>
      <vt:lpstr>1_Office 主题</vt:lpstr>
      <vt:lpstr>AVARY-IE 16-9</vt:lpstr>
      <vt:lpstr>23_Chart page</vt:lpstr>
      <vt:lpstr>18_Office 主题</vt:lpstr>
      <vt:lpstr>19_Office 主题</vt:lpstr>
      <vt:lpstr>18_Chart page</vt:lpstr>
      <vt:lpstr>1_主题5</vt:lpstr>
      <vt:lpstr>4_白色</vt:lpstr>
      <vt:lpstr>5_白色</vt:lpstr>
      <vt:lpstr>19_Chart page</vt:lpstr>
      <vt:lpstr>24_Chart page</vt:lpstr>
      <vt:lpstr>8_Office Theme</vt:lpstr>
      <vt:lpstr>5_Office 主题</vt:lpstr>
      <vt:lpstr>章节页</vt:lpstr>
      <vt:lpstr>4_Office Theme</vt:lpstr>
      <vt:lpstr>6_章节页</vt:lpstr>
      <vt:lpstr>11_章节页</vt:lpstr>
      <vt:lpstr>5_Office Theme</vt:lpstr>
      <vt:lpstr>6_白色</vt:lpstr>
      <vt:lpstr>21_Chart page</vt:lpstr>
      <vt:lpstr>2_Office 主题</vt:lpstr>
      <vt:lpstr>56_章节页</vt:lpstr>
      <vt:lpstr>57_章节页</vt:lpstr>
      <vt:lpstr>22_Chart page</vt:lpstr>
      <vt:lpstr>1_章节页</vt:lpstr>
      <vt:lpstr>58_章节页</vt:lpstr>
      <vt:lpstr>12_白色</vt:lpstr>
      <vt:lpstr>2_章节页</vt:lpstr>
      <vt:lpstr>11_白色</vt:lpstr>
      <vt:lpstr>3_Office 主题</vt:lpstr>
      <vt:lpstr>8_白色</vt:lpstr>
      <vt:lpstr>1_Office Theme</vt:lpstr>
      <vt:lpstr>4_Office 主题</vt:lpstr>
      <vt:lpstr>27_Chart page</vt:lpstr>
      <vt:lpstr>7_白色</vt:lpstr>
      <vt:lpstr>3_章节页</vt:lpstr>
      <vt:lpstr>think-cell 幻灯片</vt:lpstr>
      <vt:lpstr>PowerPoint 簡報</vt:lpstr>
    </vt:vector>
  </TitlesOfParts>
  <Company>ITSK.com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12390105 李彥宏</dc:creator>
  <cp:lastModifiedBy>李棟-A2320699</cp:lastModifiedBy>
  <cp:revision>1</cp:revision>
  <dcterms:created xsi:type="dcterms:W3CDTF">2026-04-13T07:18:58Z</dcterms:created>
  <dcterms:modified xsi:type="dcterms:W3CDTF">2026-04-15T09:28:00Z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2052-11.8.2.10440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2024-03-23T07:45:31Z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d0ef4f7b-2745-4ba0-bd98-fc0b467414e3</vt:lpwstr>
  </property>
  <property fmtid="{D5CDD505-2E9C-101B-9397-08002B2CF9AE}" pid="9" name="MSIP_Label_defa4170-0d19-0005-0004-bc88714345d2_ActionId">
    <vt:lpwstr>e4a38188-f9d1-456f-bcc9-1ddedac49913</vt:lpwstr>
  </property>
  <property fmtid="{D5CDD505-2E9C-101B-9397-08002B2CF9AE}" pid="10" name="MSIP_Label_defa4170-0d19-0005-0004-bc88714345d2_ContentBits">
    <vt:lpwstr>0</vt:lpwstr>
  </property>
</Properties>
</file>