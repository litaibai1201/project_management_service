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37160"/>
          <a:ext cx="1188720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274320"/>
                <a:gridCol w="1188720"/>
                <a:gridCol w="1371600"/>
                <a:gridCol w="914400"/>
                <a:gridCol w="777240"/>
                <a:gridCol w="777240"/>
                <a:gridCol w="6309360"/>
              </a:tblGrid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進度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序號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重點項目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TOP3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需求使用者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專案PM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DRI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專案啟動日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預計結案日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進度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ERP核心系統改版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資訊部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王經理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王經理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2025-11-01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2026-06-30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1. 採購模塊重構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(已完成)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採購單 CRUD API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(王小明, ✓2026-03-04)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(已完成)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採購審核流程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(王小明, ✓2026-03-08)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(已完成)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採購報表匯出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(李大華, ✓2026-03-07)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2. 倉庫模塊開發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(已完成)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入庫流程開發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(王小明, ✓2026-03-09)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(進行中)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出庫流程開發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(王小明, 2026-03-14)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</a:rPr>
                        <a:t>(超時)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庫存盤點功能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(李大華, 超時2天)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</a:rPr>
                        <a:t>(未開始)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庫存報表模塊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(王小明, 2026-03-21)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3. 應收應付模塊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(進行中)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應收帳款管理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(張美玲, 2026-03-21)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</a:rPr>
                        <a:t>(未開始)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應付帳款管理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(張美玲, 2026-03-28)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(進行中)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對帳功能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(李大華, 2026-04-04)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4. 前端 UI 重設計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(已完成)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設計稿繪製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(張美玲, ✓2026-02-28)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(已完成)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頁面組件開發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(張美玲, ✓2026-03-07)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(進行中)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UI 走查修復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(張美玲, 2026-03-14)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行動端 APP 2.0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資訊部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王經理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王經理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2026-01-15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2026-08-31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1. iOS 客戶端開發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(已完成)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首頁 + 導航框架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(陳建國, ✓2026-03-06)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(進行中)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列表頁 + 詳情頁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(陳建國, 2026-03-14)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</a:rPr>
                        <a:t>(未開始)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推送通知功能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(陳建國, 2026-03-21)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</a:rPr>
                        <a:t>(未開始)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App Store 上架準備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(陳建國, 2026-04-15)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2. Android 客戶端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(已完成)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應用骨架 + 導航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(林小芸, ✓2026-03-07)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</a:rPr>
                        <a:t>(超時)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首頁開發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(林小芸, 超時2天)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</a:rPr>
                        <a:t>(未開始)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列表頁 + 詳情頁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(林小芸, 2026-03-21)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563EB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報表系統優化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資訊部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李主管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李主管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2025-12-01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2026-05-31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1. 報表引擎重寫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(已完成)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查詢引擎架構設計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(李大華, ✓2026-03-05)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(進行中)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動態欄位渲染器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(李大華, 2026-03-17)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  -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</a:rPr>
                        <a:t>(未開始)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 報表匯出模塊</a:t>
                      </a:r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 (王小明, 2026-03-28)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2026-03-13T07:28:19Z</dcterms:created>
  <dcterms:modified xsi:type="dcterms:W3CDTF">2026-03-13T07:28:19Z</dcterms:modified>
</cp:coreProperties>
</file>